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1" r:id="rId5"/>
    <p:sldId id="260" r:id="rId6"/>
    <p:sldId id="264" r:id="rId7"/>
    <p:sldId id="263" r:id="rId8"/>
    <p:sldId id="265" r:id="rId9"/>
    <p:sldId id="266" r:id="rId10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D1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D16381-DDC2-4E0E-9240-A1E00DF8863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EA199AA1-BA19-4A0D-BADE-E14E714A7020}">
      <dgm:prSet/>
      <dgm:spPr/>
      <dgm:t>
        <a:bodyPr/>
        <a:lstStyle/>
        <a:p>
          <a:r>
            <a:rPr lang="cs-CZ" dirty="0"/>
            <a:t>Proč jsem si vybral hru v tomto žánru</a:t>
          </a:r>
          <a:endParaRPr lang="en-US" dirty="0"/>
        </a:p>
      </dgm:t>
    </dgm:pt>
    <dgm:pt modelId="{5192DFE5-0DA3-4562-A9F1-7B2E30A3F68D}" type="parTrans" cxnId="{F3982AD4-63EB-4EB9-B5FB-CE0EAC749743}">
      <dgm:prSet/>
      <dgm:spPr/>
      <dgm:t>
        <a:bodyPr/>
        <a:lstStyle/>
        <a:p>
          <a:endParaRPr lang="en-US"/>
        </a:p>
      </dgm:t>
    </dgm:pt>
    <dgm:pt modelId="{3D9402CA-A7FB-4AF8-959A-9BA352282F7B}" type="sibTrans" cxnId="{F3982AD4-63EB-4EB9-B5FB-CE0EAC749743}">
      <dgm:prSet/>
      <dgm:spPr/>
      <dgm:t>
        <a:bodyPr/>
        <a:lstStyle/>
        <a:p>
          <a:endParaRPr lang="en-US"/>
        </a:p>
      </dgm:t>
    </dgm:pt>
    <dgm:pt modelId="{B0126FAA-E5E5-4BF0-82C3-B262607A45D2}">
      <dgm:prSet/>
      <dgm:spPr/>
      <dgm:t>
        <a:bodyPr/>
        <a:lstStyle/>
        <a:p>
          <a:r>
            <a:rPr lang="cs-CZ" dirty="0"/>
            <a:t>Technologie</a:t>
          </a:r>
          <a:endParaRPr lang="en-US" dirty="0"/>
        </a:p>
      </dgm:t>
    </dgm:pt>
    <dgm:pt modelId="{1AC7351E-9DE0-4EEA-9CDA-8A89B1EF1ECB}" type="parTrans" cxnId="{7FE3499A-53B7-43EC-9D47-7058457A2E9A}">
      <dgm:prSet/>
      <dgm:spPr/>
      <dgm:t>
        <a:bodyPr/>
        <a:lstStyle/>
        <a:p>
          <a:endParaRPr lang="en-US"/>
        </a:p>
      </dgm:t>
    </dgm:pt>
    <dgm:pt modelId="{837F2563-A56C-40B2-8D1C-822DEF8A217F}" type="sibTrans" cxnId="{7FE3499A-53B7-43EC-9D47-7058457A2E9A}">
      <dgm:prSet/>
      <dgm:spPr/>
      <dgm:t>
        <a:bodyPr/>
        <a:lstStyle/>
        <a:p>
          <a:endParaRPr lang="en-US"/>
        </a:p>
      </dgm:t>
    </dgm:pt>
    <dgm:pt modelId="{85F6AB5F-77B2-49C7-BE6A-D7E8DC7D8DE1}">
      <dgm:prSet/>
      <dgm:spPr/>
      <dgm:t>
        <a:bodyPr/>
        <a:lstStyle/>
        <a:p>
          <a:r>
            <a:rPr lang="cs-CZ" dirty="0"/>
            <a:t>Inspirace</a:t>
          </a:r>
          <a:endParaRPr lang="en-US" dirty="0"/>
        </a:p>
      </dgm:t>
    </dgm:pt>
    <dgm:pt modelId="{4DC92CB4-4594-4B9F-B3A3-8423A4C8A14F}" type="parTrans" cxnId="{536A4859-1BAE-4F94-9487-D2DC08BC5E4B}">
      <dgm:prSet/>
      <dgm:spPr/>
      <dgm:t>
        <a:bodyPr/>
        <a:lstStyle/>
        <a:p>
          <a:endParaRPr lang="en-US"/>
        </a:p>
      </dgm:t>
    </dgm:pt>
    <dgm:pt modelId="{33B4EAB0-FB24-4067-AB6C-F28F62E7AB4E}" type="sibTrans" cxnId="{536A4859-1BAE-4F94-9487-D2DC08BC5E4B}">
      <dgm:prSet/>
      <dgm:spPr/>
      <dgm:t>
        <a:bodyPr/>
        <a:lstStyle/>
        <a:p>
          <a:endParaRPr lang="en-US"/>
        </a:p>
      </dgm:t>
    </dgm:pt>
    <dgm:pt modelId="{D5137AFE-9B74-4BFC-BBED-C8B57282CAFF}">
      <dgm:prSet/>
      <dgm:spPr/>
      <dgm:t>
        <a:bodyPr/>
        <a:lstStyle/>
        <a:p>
          <a:r>
            <a:rPr lang="cs-CZ" dirty="0"/>
            <a:t>Ukázka a cíle</a:t>
          </a:r>
          <a:endParaRPr lang="en-US" dirty="0"/>
        </a:p>
      </dgm:t>
    </dgm:pt>
    <dgm:pt modelId="{D4BE0A2B-45BE-40CC-86B5-0D79B6289500}" type="parTrans" cxnId="{923F9A0A-AEFD-4E98-BFC3-E0A7B37D172E}">
      <dgm:prSet/>
      <dgm:spPr/>
      <dgm:t>
        <a:bodyPr/>
        <a:lstStyle/>
        <a:p>
          <a:endParaRPr lang="en-US"/>
        </a:p>
      </dgm:t>
    </dgm:pt>
    <dgm:pt modelId="{D9D8A64C-905F-4952-B7EF-04A3CC18112A}" type="sibTrans" cxnId="{923F9A0A-AEFD-4E98-BFC3-E0A7B37D172E}">
      <dgm:prSet/>
      <dgm:spPr/>
      <dgm:t>
        <a:bodyPr/>
        <a:lstStyle/>
        <a:p>
          <a:endParaRPr lang="en-US"/>
        </a:p>
      </dgm:t>
    </dgm:pt>
    <dgm:pt modelId="{1B689D39-0651-47D5-B257-216B5E57233B}">
      <dgm:prSet/>
      <dgm:spPr/>
      <dgm:t>
        <a:bodyPr/>
        <a:lstStyle/>
        <a:p>
          <a:r>
            <a:rPr lang="cs-CZ" dirty="0"/>
            <a:t>Prostor pro otázky</a:t>
          </a:r>
          <a:endParaRPr lang="en-US" dirty="0"/>
        </a:p>
      </dgm:t>
    </dgm:pt>
    <dgm:pt modelId="{BD57BA1B-4218-404E-8DA4-04B21264CE4F}" type="parTrans" cxnId="{728183B0-C648-4487-B1ED-B5897789911F}">
      <dgm:prSet/>
      <dgm:spPr/>
      <dgm:t>
        <a:bodyPr/>
        <a:lstStyle/>
        <a:p>
          <a:endParaRPr lang="en-US"/>
        </a:p>
      </dgm:t>
    </dgm:pt>
    <dgm:pt modelId="{9631715B-EF19-49C2-A536-ED981ADB2B23}" type="sibTrans" cxnId="{728183B0-C648-4487-B1ED-B5897789911F}">
      <dgm:prSet/>
      <dgm:spPr/>
      <dgm:t>
        <a:bodyPr/>
        <a:lstStyle/>
        <a:p>
          <a:endParaRPr lang="en-US"/>
        </a:p>
      </dgm:t>
    </dgm:pt>
    <dgm:pt modelId="{B483B964-49D8-4EFA-B134-4EB34451D70B}" type="pres">
      <dgm:prSet presAssocID="{27D16381-DDC2-4E0E-9240-A1E00DF88631}" presName="root" presStyleCnt="0">
        <dgm:presLayoutVars>
          <dgm:dir/>
          <dgm:resizeHandles val="exact"/>
        </dgm:presLayoutVars>
      </dgm:prSet>
      <dgm:spPr/>
    </dgm:pt>
    <dgm:pt modelId="{837210DF-AA15-4BA9-8D66-35E62D6BD44E}" type="pres">
      <dgm:prSet presAssocID="{EA199AA1-BA19-4A0D-BADE-E14E714A7020}" presName="compNode" presStyleCnt="0"/>
      <dgm:spPr/>
    </dgm:pt>
    <dgm:pt modelId="{44DEDC14-051B-4907-9BE7-BFDFB1DA6602}" type="pres">
      <dgm:prSet presAssocID="{EA199AA1-BA19-4A0D-BADE-E14E714A7020}" presName="bgRect" presStyleLbl="bgShp" presStyleIdx="0" presStyleCnt="5"/>
      <dgm:spPr>
        <a:solidFill>
          <a:srgbClr val="DED1EF"/>
        </a:solidFill>
      </dgm:spPr>
    </dgm:pt>
    <dgm:pt modelId="{8A3A53E9-C6B8-4504-A1CD-71A42E54852A}" type="pres">
      <dgm:prSet presAssocID="{EA199AA1-BA19-4A0D-BADE-E14E714A7020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aškrtnutí"/>
        </a:ext>
      </dgm:extLst>
    </dgm:pt>
    <dgm:pt modelId="{9759C177-043B-42D3-8965-3DC278D4B407}" type="pres">
      <dgm:prSet presAssocID="{EA199AA1-BA19-4A0D-BADE-E14E714A7020}" presName="spaceRect" presStyleCnt="0"/>
      <dgm:spPr/>
    </dgm:pt>
    <dgm:pt modelId="{89B3BD85-AADF-4D22-827E-B8AEA5F90590}" type="pres">
      <dgm:prSet presAssocID="{EA199AA1-BA19-4A0D-BADE-E14E714A7020}" presName="parTx" presStyleLbl="revTx" presStyleIdx="0" presStyleCnt="5">
        <dgm:presLayoutVars>
          <dgm:chMax val="0"/>
          <dgm:chPref val="0"/>
        </dgm:presLayoutVars>
      </dgm:prSet>
      <dgm:spPr/>
    </dgm:pt>
    <dgm:pt modelId="{48254C3A-1A32-439B-95B0-9FF3FAC6610F}" type="pres">
      <dgm:prSet presAssocID="{3D9402CA-A7FB-4AF8-959A-9BA352282F7B}" presName="sibTrans" presStyleCnt="0"/>
      <dgm:spPr/>
    </dgm:pt>
    <dgm:pt modelId="{47610133-7C36-4A3C-B169-91EACFF7B187}" type="pres">
      <dgm:prSet presAssocID="{B0126FAA-E5E5-4BF0-82C3-B262607A45D2}" presName="compNode" presStyleCnt="0"/>
      <dgm:spPr/>
    </dgm:pt>
    <dgm:pt modelId="{4EB35044-8A73-434B-BA87-5DA335CCA930}" type="pres">
      <dgm:prSet presAssocID="{B0126FAA-E5E5-4BF0-82C3-B262607A45D2}" presName="bgRect" presStyleLbl="bgShp" presStyleIdx="1" presStyleCnt="5"/>
      <dgm:spPr>
        <a:solidFill>
          <a:srgbClr val="DED1EF"/>
        </a:solidFill>
      </dgm:spPr>
    </dgm:pt>
    <dgm:pt modelId="{4425ACD8-5D51-4F0A-B6F2-3BC40B62BA58}" type="pres">
      <dgm:prSet presAssocID="{B0126FAA-E5E5-4BF0-82C3-B262607A45D2}" presName="iconRect" presStyleLbl="node1" presStyleIdx="1" presStyleCnt="5"/>
      <dgm:spPr>
        <a:blipFill rotWithShape="1"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Žárovka"/>
        </a:ext>
      </dgm:extLst>
    </dgm:pt>
    <dgm:pt modelId="{8403C5B1-7CCA-484F-930D-DA15831C5D77}" type="pres">
      <dgm:prSet presAssocID="{B0126FAA-E5E5-4BF0-82C3-B262607A45D2}" presName="spaceRect" presStyleCnt="0"/>
      <dgm:spPr/>
    </dgm:pt>
    <dgm:pt modelId="{8948039A-EE8D-49B7-A9C6-F7D282704B3C}" type="pres">
      <dgm:prSet presAssocID="{B0126FAA-E5E5-4BF0-82C3-B262607A45D2}" presName="parTx" presStyleLbl="revTx" presStyleIdx="1" presStyleCnt="5">
        <dgm:presLayoutVars>
          <dgm:chMax val="0"/>
          <dgm:chPref val="0"/>
        </dgm:presLayoutVars>
      </dgm:prSet>
      <dgm:spPr/>
    </dgm:pt>
    <dgm:pt modelId="{B6A9725E-F7C2-49F9-89BA-3D1CFA9462AC}" type="pres">
      <dgm:prSet presAssocID="{837F2563-A56C-40B2-8D1C-822DEF8A217F}" presName="sibTrans" presStyleCnt="0"/>
      <dgm:spPr/>
    </dgm:pt>
    <dgm:pt modelId="{E085F6FC-EECD-4DFD-BFD7-38416984537E}" type="pres">
      <dgm:prSet presAssocID="{85F6AB5F-77B2-49C7-BE6A-D7E8DC7D8DE1}" presName="compNode" presStyleCnt="0"/>
      <dgm:spPr/>
    </dgm:pt>
    <dgm:pt modelId="{57163BDA-916D-4979-BB10-988D0489E4E3}" type="pres">
      <dgm:prSet presAssocID="{85F6AB5F-77B2-49C7-BE6A-D7E8DC7D8DE1}" presName="bgRect" presStyleLbl="bgShp" presStyleIdx="2" presStyleCnt="5"/>
      <dgm:spPr>
        <a:solidFill>
          <a:srgbClr val="DED1EF"/>
        </a:solidFill>
      </dgm:spPr>
    </dgm:pt>
    <dgm:pt modelId="{6CAA6EDA-A20C-4679-BCFC-CEE14196283C}" type="pres">
      <dgm:prSet presAssocID="{85F6AB5F-77B2-49C7-BE6A-D7E8DC7D8DE1}" presName="iconRect" presStyleLbl="node1" presStyleIdx="2" presStyleCnt="5"/>
      <dgm:spPr>
        <a:blipFill rotWithShape="1"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čítač"/>
        </a:ext>
      </dgm:extLst>
    </dgm:pt>
    <dgm:pt modelId="{D058F8FB-27CD-4364-AA9E-8C839995B3CD}" type="pres">
      <dgm:prSet presAssocID="{85F6AB5F-77B2-49C7-BE6A-D7E8DC7D8DE1}" presName="spaceRect" presStyleCnt="0"/>
      <dgm:spPr/>
    </dgm:pt>
    <dgm:pt modelId="{43141503-A0FB-4206-B274-F16A0492977F}" type="pres">
      <dgm:prSet presAssocID="{85F6AB5F-77B2-49C7-BE6A-D7E8DC7D8DE1}" presName="parTx" presStyleLbl="revTx" presStyleIdx="2" presStyleCnt="5">
        <dgm:presLayoutVars>
          <dgm:chMax val="0"/>
          <dgm:chPref val="0"/>
        </dgm:presLayoutVars>
      </dgm:prSet>
      <dgm:spPr/>
    </dgm:pt>
    <dgm:pt modelId="{F59B61D1-7A84-4E6F-92FB-29120CA53CBE}" type="pres">
      <dgm:prSet presAssocID="{33B4EAB0-FB24-4067-AB6C-F28F62E7AB4E}" presName="sibTrans" presStyleCnt="0"/>
      <dgm:spPr/>
    </dgm:pt>
    <dgm:pt modelId="{498705EB-0807-42A8-AE81-9FDC18B5F159}" type="pres">
      <dgm:prSet presAssocID="{D5137AFE-9B74-4BFC-BBED-C8B57282CAFF}" presName="compNode" presStyleCnt="0"/>
      <dgm:spPr/>
    </dgm:pt>
    <dgm:pt modelId="{27762F6E-A8A7-4E37-82B4-A7DEA3A504C1}" type="pres">
      <dgm:prSet presAssocID="{D5137AFE-9B74-4BFC-BBED-C8B57282CAFF}" presName="bgRect" presStyleLbl="bgShp" presStyleIdx="3" presStyleCnt="5"/>
      <dgm:spPr>
        <a:solidFill>
          <a:srgbClr val="DED1EF"/>
        </a:solidFill>
      </dgm:spPr>
    </dgm:pt>
    <dgm:pt modelId="{864AD43F-C855-471B-8E5F-4A7472626B04}" type="pres">
      <dgm:prSet presAssocID="{D5137AFE-9B74-4BFC-BBED-C8B57282CAFF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čitel"/>
        </a:ext>
      </dgm:extLst>
    </dgm:pt>
    <dgm:pt modelId="{4411F091-BAA2-4511-88C6-7E2A42D1757C}" type="pres">
      <dgm:prSet presAssocID="{D5137AFE-9B74-4BFC-BBED-C8B57282CAFF}" presName="spaceRect" presStyleCnt="0"/>
      <dgm:spPr/>
    </dgm:pt>
    <dgm:pt modelId="{4F3A8FBB-F25E-4053-9B62-48DB1B56974D}" type="pres">
      <dgm:prSet presAssocID="{D5137AFE-9B74-4BFC-BBED-C8B57282CAFF}" presName="parTx" presStyleLbl="revTx" presStyleIdx="3" presStyleCnt="5">
        <dgm:presLayoutVars>
          <dgm:chMax val="0"/>
          <dgm:chPref val="0"/>
        </dgm:presLayoutVars>
      </dgm:prSet>
      <dgm:spPr/>
    </dgm:pt>
    <dgm:pt modelId="{47069B07-86CD-4093-8908-4DA8EC5CE16C}" type="pres">
      <dgm:prSet presAssocID="{D9D8A64C-905F-4952-B7EF-04A3CC18112A}" presName="sibTrans" presStyleCnt="0"/>
      <dgm:spPr/>
    </dgm:pt>
    <dgm:pt modelId="{75056870-2DAC-45E8-B31E-5F8A22F682B8}" type="pres">
      <dgm:prSet presAssocID="{1B689D39-0651-47D5-B257-216B5E57233B}" presName="compNode" presStyleCnt="0"/>
      <dgm:spPr/>
    </dgm:pt>
    <dgm:pt modelId="{D2E1F3FE-921A-4299-8807-7FD6ABF1B2B3}" type="pres">
      <dgm:prSet presAssocID="{1B689D39-0651-47D5-B257-216B5E57233B}" presName="bgRect" presStyleLbl="bgShp" presStyleIdx="4" presStyleCnt="5"/>
      <dgm:spPr>
        <a:solidFill>
          <a:srgbClr val="DED1EF"/>
        </a:solidFill>
      </dgm:spPr>
    </dgm:pt>
    <dgm:pt modelId="{F040895B-DC7A-40F7-ABE6-E79E0009C404}" type="pres">
      <dgm:prSet presAssocID="{1B689D39-0651-47D5-B257-216B5E57233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keta"/>
        </a:ext>
      </dgm:extLst>
    </dgm:pt>
    <dgm:pt modelId="{C511CD82-528B-4C54-9449-1D58E39F2C67}" type="pres">
      <dgm:prSet presAssocID="{1B689D39-0651-47D5-B257-216B5E57233B}" presName="spaceRect" presStyleCnt="0"/>
      <dgm:spPr/>
    </dgm:pt>
    <dgm:pt modelId="{E30D98AF-7D24-40D6-BD44-B09AC8FBDA86}" type="pres">
      <dgm:prSet presAssocID="{1B689D39-0651-47D5-B257-216B5E57233B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2738900-3CE9-4338-9D8C-15D9F5A18B16}" type="presOf" srcId="{EA199AA1-BA19-4A0D-BADE-E14E714A7020}" destId="{89B3BD85-AADF-4D22-827E-B8AEA5F90590}" srcOrd="0" destOrd="0" presId="urn:microsoft.com/office/officeart/2018/2/layout/IconVerticalSolidList"/>
    <dgm:cxn modelId="{923F9A0A-AEFD-4E98-BFC3-E0A7B37D172E}" srcId="{27D16381-DDC2-4E0E-9240-A1E00DF88631}" destId="{D5137AFE-9B74-4BFC-BBED-C8B57282CAFF}" srcOrd="3" destOrd="0" parTransId="{D4BE0A2B-45BE-40CC-86B5-0D79B6289500}" sibTransId="{D9D8A64C-905F-4952-B7EF-04A3CC18112A}"/>
    <dgm:cxn modelId="{5F224F71-8E32-46C8-BB2D-ECEC9F2EAD10}" type="presOf" srcId="{85F6AB5F-77B2-49C7-BE6A-D7E8DC7D8DE1}" destId="{43141503-A0FB-4206-B274-F16A0492977F}" srcOrd="0" destOrd="0" presId="urn:microsoft.com/office/officeart/2018/2/layout/IconVerticalSolidList"/>
    <dgm:cxn modelId="{536A4859-1BAE-4F94-9487-D2DC08BC5E4B}" srcId="{27D16381-DDC2-4E0E-9240-A1E00DF88631}" destId="{85F6AB5F-77B2-49C7-BE6A-D7E8DC7D8DE1}" srcOrd="2" destOrd="0" parTransId="{4DC92CB4-4594-4B9F-B3A3-8423A4C8A14F}" sibTransId="{33B4EAB0-FB24-4067-AB6C-F28F62E7AB4E}"/>
    <dgm:cxn modelId="{A40A407B-4767-432C-9715-C8DDCC53C032}" type="presOf" srcId="{D5137AFE-9B74-4BFC-BBED-C8B57282CAFF}" destId="{4F3A8FBB-F25E-4053-9B62-48DB1B56974D}" srcOrd="0" destOrd="0" presId="urn:microsoft.com/office/officeart/2018/2/layout/IconVerticalSolidList"/>
    <dgm:cxn modelId="{804A4095-A5DE-4A6E-A80C-8606BFF4ADE5}" type="presOf" srcId="{B0126FAA-E5E5-4BF0-82C3-B262607A45D2}" destId="{8948039A-EE8D-49B7-A9C6-F7D282704B3C}" srcOrd="0" destOrd="0" presId="urn:microsoft.com/office/officeart/2018/2/layout/IconVerticalSolidList"/>
    <dgm:cxn modelId="{7FE3499A-53B7-43EC-9D47-7058457A2E9A}" srcId="{27D16381-DDC2-4E0E-9240-A1E00DF88631}" destId="{B0126FAA-E5E5-4BF0-82C3-B262607A45D2}" srcOrd="1" destOrd="0" parTransId="{1AC7351E-9DE0-4EEA-9CDA-8A89B1EF1ECB}" sibTransId="{837F2563-A56C-40B2-8D1C-822DEF8A217F}"/>
    <dgm:cxn modelId="{CEE76FA4-B9F7-4CF7-AEDC-73070C3D0D17}" type="presOf" srcId="{1B689D39-0651-47D5-B257-216B5E57233B}" destId="{E30D98AF-7D24-40D6-BD44-B09AC8FBDA86}" srcOrd="0" destOrd="0" presId="urn:microsoft.com/office/officeart/2018/2/layout/IconVerticalSolidList"/>
    <dgm:cxn modelId="{728183B0-C648-4487-B1ED-B5897789911F}" srcId="{27D16381-DDC2-4E0E-9240-A1E00DF88631}" destId="{1B689D39-0651-47D5-B257-216B5E57233B}" srcOrd="4" destOrd="0" parTransId="{BD57BA1B-4218-404E-8DA4-04B21264CE4F}" sibTransId="{9631715B-EF19-49C2-A536-ED981ADB2B23}"/>
    <dgm:cxn modelId="{F3982AD4-63EB-4EB9-B5FB-CE0EAC749743}" srcId="{27D16381-DDC2-4E0E-9240-A1E00DF88631}" destId="{EA199AA1-BA19-4A0D-BADE-E14E714A7020}" srcOrd="0" destOrd="0" parTransId="{5192DFE5-0DA3-4562-A9F1-7B2E30A3F68D}" sibTransId="{3D9402CA-A7FB-4AF8-959A-9BA352282F7B}"/>
    <dgm:cxn modelId="{BBEA38D4-3A9E-45D2-8062-D6B5F15A2249}" type="presOf" srcId="{27D16381-DDC2-4E0E-9240-A1E00DF88631}" destId="{B483B964-49D8-4EFA-B134-4EB34451D70B}" srcOrd="0" destOrd="0" presId="urn:microsoft.com/office/officeart/2018/2/layout/IconVerticalSolidList"/>
    <dgm:cxn modelId="{5958AAF3-7FE3-4684-8A12-440DB56FFC3A}" type="presParOf" srcId="{B483B964-49D8-4EFA-B134-4EB34451D70B}" destId="{837210DF-AA15-4BA9-8D66-35E62D6BD44E}" srcOrd="0" destOrd="0" presId="urn:microsoft.com/office/officeart/2018/2/layout/IconVerticalSolidList"/>
    <dgm:cxn modelId="{A75931B1-FA36-4A8F-AC11-6D2EDD9CAC99}" type="presParOf" srcId="{837210DF-AA15-4BA9-8D66-35E62D6BD44E}" destId="{44DEDC14-051B-4907-9BE7-BFDFB1DA6602}" srcOrd="0" destOrd="0" presId="urn:microsoft.com/office/officeart/2018/2/layout/IconVerticalSolidList"/>
    <dgm:cxn modelId="{D1FE1C05-3E93-4D31-BC51-EE40EF89A44C}" type="presParOf" srcId="{837210DF-AA15-4BA9-8D66-35E62D6BD44E}" destId="{8A3A53E9-C6B8-4504-A1CD-71A42E54852A}" srcOrd="1" destOrd="0" presId="urn:microsoft.com/office/officeart/2018/2/layout/IconVerticalSolidList"/>
    <dgm:cxn modelId="{CF5E311B-76B9-4454-A72F-51D48880A300}" type="presParOf" srcId="{837210DF-AA15-4BA9-8D66-35E62D6BD44E}" destId="{9759C177-043B-42D3-8965-3DC278D4B407}" srcOrd="2" destOrd="0" presId="urn:microsoft.com/office/officeart/2018/2/layout/IconVerticalSolidList"/>
    <dgm:cxn modelId="{EB2E7ED5-9673-45DD-B758-FEB3D20001F9}" type="presParOf" srcId="{837210DF-AA15-4BA9-8D66-35E62D6BD44E}" destId="{89B3BD85-AADF-4D22-827E-B8AEA5F90590}" srcOrd="3" destOrd="0" presId="urn:microsoft.com/office/officeart/2018/2/layout/IconVerticalSolidList"/>
    <dgm:cxn modelId="{2016F35C-2E30-4A46-B589-8E24256D7646}" type="presParOf" srcId="{B483B964-49D8-4EFA-B134-4EB34451D70B}" destId="{48254C3A-1A32-439B-95B0-9FF3FAC6610F}" srcOrd="1" destOrd="0" presId="urn:microsoft.com/office/officeart/2018/2/layout/IconVerticalSolidList"/>
    <dgm:cxn modelId="{453B2DA1-F34B-43F8-92FA-1CE376B42D9C}" type="presParOf" srcId="{B483B964-49D8-4EFA-B134-4EB34451D70B}" destId="{47610133-7C36-4A3C-B169-91EACFF7B187}" srcOrd="2" destOrd="0" presId="urn:microsoft.com/office/officeart/2018/2/layout/IconVerticalSolidList"/>
    <dgm:cxn modelId="{8D1DB2BA-D8F0-4383-B2B0-2E5A65D1AD01}" type="presParOf" srcId="{47610133-7C36-4A3C-B169-91EACFF7B187}" destId="{4EB35044-8A73-434B-BA87-5DA335CCA930}" srcOrd="0" destOrd="0" presId="urn:microsoft.com/office/officeart/2018/2/layout/IconVerticalSolidList"/>
    <dgm:cxn modelId="{6BA62006-1A51-4F50-836B-226711F0D07D}" type="presParOf" srcId="{47610133-7C36-4A3C-B169-91EACFF7B187}" destId="{4425ACD8-5D51-4F0A-B6F2-3BC40B62BA58}" srcOrd="1" destOrd="0" presId="urn:microsoft.com/office/officeart/2018/2/layout/IconVerticalSolidList"/>
    <dgm:cxn modelId="{2637F014-1782-4BC2-827D-9337822FA08C}" type="presParOf" srcId="{47610133-7C36-4A3C-B169-91EACFF7B187}" destId="{8403C5B1-7CCA-484F-930D-DA15831C5D77}" srcOrd="2" destOrd="0" presId="urn:microsoft.com/office/officeart/2018/2/layout/IconVerticalSolidList"/>
    <dgm:cxn modelId="{1AA33080-0648-464D-B5DD-A6BD8358E59B}" type="presParOf" srcId="{47610133-7C36-4A3C-B169-91EACFF7B187}" destId="{8948039A-EE8D-49B7-A9C6-F7D282704B3C}" srcOrd="3" destOrd="0" presId="urn:microsoft.com/office/officeart/2018/2/layout/IconVerticalSolidList"/>
    <dgm:cxn modelId="{9FAE5FA3-CFEA-4FF3-84DC-380D0310451F}" type="presParOf" srcId="{B483B964-49D8-4EFA-B134-4EB34451D70B}" destId="{B6A9725E-F7C2-49F9-89BA-3D1CFA9462AC}" srcOrd="3" destOrd="0" presId="urn:microsoft.com/office/officeart/2018/2/layout/IconVerticalSolidList"/>
    <dgm:cxn modelId="{238B36B0-8C25-45FD-A47B-29026C3422E9}" type="presParOf" srcId="{B483B964-49D8-4EFA-B134-4EB34451D70B}" destId="{E085F6FC-EECD-4DFD-BFD7-38416984537E}" srcOrd="4" destOrd="0" presId="urn:microsoft.com/office/officeart/2018/2/layout/IconVerticalSolidList"/>
    <dgm:cxn modelId="{77CB9CA7-4566-4D82-9515-6B5AB00E87E2}" type="presParOf" srcId="{E085F6FC-EECD-4DFD-BFD7-38416984537E}" destId="{57163BDA-916D-4979-BB10-988D0489E4E3}" srcOrd="0" destOrd="0" presId="urn:microsoft.com/office/officeart/2018/2/layout/IconVerticalSolidList"/>
    <dgm:cxn modelId="{AB4ACEE2-7507-4AFE-8E4F-42FE52650ABA}" type="presParOf" srcId="{E085F6FC-EECD-4DFD-BFD7-38416984537E}" destId="{6CAA6EDA-A20C-4679-BCFC-CEE14196283C}" srcOrd="1" destOrd="0" presId="urn:microsoft.com/office/officeart/2018/2/layout/IconVerticalSolidList"/>
    <dgm:cxn modelId="{8938636D-2D5A-4BFE-908C-B7ED67A52F25}" type="presParOf" srcId="{E085F6FC-EECD-4DFD-BFD7-38416984537E}" destId="{D058F8FB-27CD-4364-AA9E-8C839995B3CD}" srcOrd="2" destOrd="0" presId="urn:microsoft.com/office/officeart/2018/2/layout/IconVerticalSolidList"/>
    <dgm:cxn modelId="{BE611EAE-DF9E-402C-8500-8A8B7C17FAED}" type="presParOf" srcId="{E085F6FC-EECD-4DFD-BFD7-38416984537E}" destId="{43141503-A0FB-4206-B274-F16A0492977F}" srcOrd="3" destOrd="0" presId="urn:microsoft.com/office/officeart/2018/2/layout/IconVerticalSolidList"/>
    <dgm:cxn modelId="{2F2EF4DA-D41C-44B0-9B34-EC6D71E6FCAD}" type="presParOf" srcId="{B483B964-49D8-4EFA-B134-4EB34451D70B}" destId="{F59B61D1-7A84-4E6F-92FB-29120CA53CBE}" srcOrd="5" destOrd="0" presId="urn:microsoft.com/office/officeart/2018/2/layout/IconVerticalSolidList"/>
    <dgm:cxn modelId="{64CC9D38-F2E8-426F-B499-E21CEC111114}" type="presParOf" srcId="{B483B964-49D8-4EFA-B134-4EB34451D70B}" destId="{498705EB-0807-42A8-AE81-9FDC18B5F159}" srcOrd="6" destOrd="0" presId="urn:microsoft.com/office/officeart/2018/2/layout/IconVerticalSolidList"/>
    <dgm:cxn modelId="{9B45FB28-1DBB-4B04-81C5-53A2995950D7}" type="presParOf" srcId="{498705EB-0807-42A8-AE81-9FDC18B5F159}" destId="{27762F6E-A8A7-4E37-82B4-A7DEA3A504C1}" srcOrd="0" destOrd="0" presId="urn:microsoft.com/office/officeart/2018/2/layout/IconVerticalSolidList"/>
    <dgm:cxn modelId="{3E40C46C-52E7-4959-AD4B-96BB51586215}" type="presParOf" srcId="{498705EB-0807-42A8-AE81-9FDC18B5F159}" destId="{864AD43F-C855-471B-8E5F-4A7472626B04}" srcOrd="1" destOrd="0" presId="urn:microsoft.com/office/officeart/2018/2/layout/IconVerticalSolidList"/>
    <dgm:cxn modelId="{F7B7423B-A90D-4AB5-AEF6-CB7126744C8E}" type="presParOf" srcId="{498705EB-0807-42A8-AE81-9FDC18B5F159}" destId="{4411F091-BAA2-4511-88C6-7E2A42D1757C}" srcOrd="2" destOrd="0" presId="urn:microsoft.com/office/officeart/2018/2/layout/IconVerticalSolidList"/>
    <dgm:cxn modelId="{A4EED441-8DE8-4434-8337-2B2EF254A6E5}" type="presParOf" srcId="{498705EB-0807-42A8-AE81-9FDC18B5F159}" destId="{4F3A8FBB-F25E-4053-9B62-48DB1B56974D}" srcOrd="3" destOrd="0" presId="urn:microsoft.com/office/officeart/2018/2/layout/IconVerticalSolidList"/>
    <dgm:cxn modelId="{BAF4BB54-22C1-4DF7-8EFD-7A2695312188}" type="presParOf" srcId="{B483B964-49D8-4EFA-B134-4EB34451D70B}" destId="{47069B07-86CD-4093-8908-4DA8EC5CE16C}" srcOrd="7" destOrd="0" presId="urn:microsoft.com/office/officeart/2018/2/layout/IconVerticalSolidList"/>
    <dgm:cxn modelId="{D8B3CAF5-EF95-47E5-AB0C-AD4273957D21}" type="presParOf" srcId="{B483B964-49D8-4EFA-B134-4EB34451D70B}" destId="{75056870-2DAC-45E8-B31E-5F8A22F682B8}" srcOrd="8" destOrd="0" presId="urn:microsoft.com/office/officeart/2018/2/layout/IconVerticalSolidList"/>
    <dgm:cxn modelId="{1C20C152-5F95-4CE8-8740-2E5794496158}" type="presParOf" srcId="{75056870-2DAC-45E8-B31E-5F8A22F682B8}" destId="{D2E1F3FE-921A-4299-8807-7FD6ABF1B2B3}" srcOrd="0" destOrd="0" presId="urn:microsoft.com/office/officeart/2018/2/layout/IconVerticalSolidList"/>
    <dgm:cxn modelId="{DB720C27-D738-4740-9177-9C3DA8C1FD0B}" type="presParOf" srcId="{75056870-2DAC-45E8-B31E-5F8A22F682B8}" destId="{F040895B-DC7A-40F7-ABE6-E79E0009C404}" srcOrd="1" destOrd="0" presId="urn:microsoft.com/office/officeart/2018/2/layout/IconVerticalSolidList"/>
    <dgm:cxn modelId="{95169877-9FC7-4012-9CA6-C2B9C6B4F0DB}" type="presParOf" srcId="{75056870-2DAC-45E8-B31E-5F8A22F682B8}" destId="{C511CD82-528B-4C54-9449-1D58E39F2C67}" srcOrd="2" destOrd="0" presId="urn:microsoft.com/office/officeart/2018/2/layout/IconVerticalSolidList"/>
    <dgm:cxn modelId="{35574FC7-E380-47FE-B715-1F9670095CF6}" type="presParOf" srcId="{75056870-2DAC-45E8-B31E-5F8A22F682B8}" destId="{E30D98AF-7D24-40D6-BD44-B09AC8FBDA8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00AE07-3C13-41D8-B0D2-C442ED7FE861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FC4671F-B14A-4D5D-93C4-8446EFE6F60A}">
      <dgm:prSet/>
      <dgm:spPr>
        <a:solidFill>
          <a:srgbClr val="DED1EF"/>
        </a:solidFill>
      </dgm:spPr>
      <dgm:t>
        <a:bodyPr/>
        <a:lstStyle/>
        <a:p>
          <a:r>
            <a:rPr lang="cs-CZ" dirty="0">
              <a:solidFill>
                <a:schemeClr val="tx1"/>
              </a:solidFill>
            </a:rPr>
            <a:t>Častá</a:t>
          </a:r>
          <a:r>
            <a:rPr lang="cs-CZ" baseline="0" dirty="0">
              <a:solidFill>
                <a:schemeClr val="tx1"/>
              </a:solidFill>
            </a:rPr>
            <a:t> hranost </a:t>
          </a:r>
          <a:r>
            <a:rPr lang="cs-CZ" baseline="0" dirty="0" err="1">
              <a:solidFill>
                <a:schemeClr val="tx1"/>
              </a:solidFill>
            </a:rPr>
            <a:t>streamerů</a:t>
          </a:r>
          <a:endParaRPr lang="en-US" dirty="0">
            <a:solidFill>
              <a:schemeClr val="tx1"/>
            </a:solidFill>
          </a:endParaRPr>
        </a:p>
      </dgm:t>
    </dgm:pt>
    <dgm:pt modelId="{C0A0716C-EE42-441B-9995-33B3E7CF01C3}" type="parTrans" cxnId="{04946099-7D2C-4AFB-AD19-0CB7571E4F7E}">
      <dgm:prSet/>
      <dgm:spPr/>
      <dgm:t>
        <a:bodyPr/>
        <a:lstStyle/>
        <a:p>
          <a:endParaRPr lang="en-US"/>
        </a:p>
      </dgm:t>
    </dgm:pt>
    <dgm:pt modelId="{5661C4C9-507F-4AE3-8543-DDA565843428}" type="sibTrans" cxnId="{04946099-7D2C-4AFB-AD19-0CB7571E4F7E}">
      <dgm:prSet/>
      <dgm:spPr/>
      <dgm:t>
        <a:bodyPr/>
        <a:lstStyle/>
        <a:p>
          <a:endParaRPr lang="en-US"/>
        </a:p>
      </dgm:t>
    </dgm:pt>
    <dgm:pt modelId="{4362BF66-C9AE-475F-9895-79BDF00690D7}">
      <dgm:prSet/>
      <dgm:spPr>
        <a:solidFill>
          <a:srgbClr val="DED1EF"/>
        </a:solidFill>
      </dgm:spPr>
      <dgm:t>
        <a:bodyPr/>
        <a:lstStyle/>
        <a:p>
          <a:r>
            <a:rPr lang="cs-CZ" dirty="0">
              <a:solidFill>
                <a:schemeClr val="tx1"/>
              </a:solidFill>
            </a:rPr>
            <a:t>Rozšířená hráčská základna</a:t>
          </a:r>
          <a:endParaRPr lang="en-US" dirty="0">
            <a:solidFill>
              <a:schemeClr val="tx1"/>
            </a:solidFill>
          </a:endParaRPr>
        </a:p>
      </dgm:t>
    </dgm:pt>
    <dgm:pt modelId="{080ACF95-7AF0-4F37-BB03-8B7BE4C6892B}" type="parTrans" cxnId="{695AAE33-917A-4CD2-A8A1-CA3808812A8F}">
      <dgm:prSet/>
      <dgm:spPr/>
      <dgm:t>
        <a:bodyPr/>
        <a:lstStyle/>
        <a:p>
          <a:endParaRPr lang="en-US"/>
        </a:p>
      </dgm:t>
    </dgm:pt>
    <dgm:pt modelId="{F962BE58-450F-414A-A120-8B0623F1B9C0}" type="sibTrans" cxnId="{695AAE33-917A-4CD2-A8A1-CA3808812A8F}">
      <dgm:prSet/>
      <dgm:spPr/>
      <dgm:t>
        <a:bodyPr/>
        <a:lstStyle/>
        <a:p>
          <a:endParaRPr lang="en-US"/>
        </a:p>
      </dgm:t>
    </dgm:pt>
    <dgm:pt modelId="{D4D783DE-327E-45C4-ABE8-D57A29E65AC9}">
      <dgm:prSet/>
      <dgm:spPr>
        <a:solidFill>
          <a:srgbClr val="DED1EF"/>
        </a:solidFill>
      </dgm:spPr>
      <dgm:t>
        <a:bodyPr/>
        <a:lstStyle/>
        <a:p>
          <a:r>
            <a:rPr lang="cs-CZ" dirty="0">
              <a:solidFill>
                <a:schemeClr val="tx1"/>
              </a:solidFill>
            </a:rPr>
            <a:t>Jakákoliv možnost grafiky </a:t>
          </a:r>
          <a:endParaRPr lang="en-US" dirty="0">
            <a:solidFill>
              <a:schemeClr val="tx1"/>
            </a:solidFill>
          </a:endParaRPr>
        </a:p>
      </dgm:t>
    </dgm:pt>
    <dgm:pt modelId="{198A3661-5726-429D-9758-A7418B1E2012}" type="parTrans" cxnId="{CA4AE360-79B8-4A40-AF51-C0D201967FCA}">
      <dgm:prSet/>
      <dgm:spPr/>
      <dgm:t>
        <a:bodyPr/>
        <a:lstStyle/>
        <a:p>
          <a:endParaRPr lang="en-US"/>
        </a:p>
      </dgm:t>
    </dgm:pt>
    <dgm:pt modelId="{732269E4-9263-46D3-8D5A-2DF34FAC68C0}" type="sibTrans" cxnId="{CA4AE360-79B8-4A40-AF51-C0D201967FCA}">
      <dgm:prSet/>
      <dgm:spPr/>
      <dgm:t>
        <a:bodyPr/>
        <a:lstStyle/>
        <a:p>
          <a:endParaRPr lang="en-US"/>
        </a:p>
      </dgm:t>
    </dgm:pt>
    <dgm:pt modelId="{E27F0CD8-0E0B-4506-B2E2-6CD93018B7EE}">
      <dgm:prSet/>
      <dgm:spPr>
        <a:solidFill>
          <a:srgbClr val="DED1EF"/>
        </a:solidFill>
      </dgm:spPr>
      <dgm:t>
        <a:bodyPr/>
        <a:lstStyle/>
        <a:p>
          <a:r>
            <a:rPr lang="cs-CZ" dirty="0">
              <a:solidFill>
                <a:schemeClr val="tx1"/>
              </a:solidFill>
            </a:rPr>
            <a:t>Jednoduchost nápadu</a:t>
          </a:r>
          <a:endParaRPr lang="en-US" dirty="0">
            <a:solidFill>
              <a:schemeClr val="tx1"/>
            </a:solidFill>
          </a:endParaRPr>
        </a:p>
      </dgm:t>
    </dgm:pt>
    <dgm:pt modelId="{17191B06-3F3F-4928-A2B2-8384613C7C70}" type="parTrans" cxnId="{973915AD-3170-4105-A6CC-24E8DCE05DF9}">
      <dgm:prSet/>
      <dgm:spPr/>
      <dgm:t>
        <a:bodyPr/>
        <a:lstStyle/>
        <a:p>
          <a:endParaRPr lang="en-US"/>
        </a:p>
      </dgm:t>
    </dgm:pt>
    <dgm:pt modelId="{6E1FA1C8-05E9-4C45-8E20-9C2F2AC43E1D}" type="sibTrans" cxnId="{973915AD-3170-4105-A6CC-24E8DCE05DF9}">
      <dgm:prSet/>
      <dgm:spPr/>
      <dgm:t>
        <a:bodyPr/>
        <a:lstStyle/>
        <a:p>
          <a:endParaRPr lang="en-US"/>
        </a:p>
      </dgm:t>
    </dgm:pt>
    <dgm:pt modelId="{D30F6ED5-4B0B-41A5-B6B5-64348C1766CD}" type="pres">
      <dgm:prSet presAssocID="{5300AE07-3C13-41D8-B0D2-C442ED7FE861}" presName="linear" presStyleCnt="0">
        <dgm:presLayoutVars>
          <dgm:animLvl val="lvl"/>
          <dgm:resizeHandles val="exact"/>
        </dgm:presLayoutVars>
      </dgm:prSet>
      <dgm:spPr/>
    </dgm:pt>
    <dgm:pt modelId="{A1D9824A-91C6-4D3D-9060-E2B05B9DC212}" type="pres">
      <dgm:prSet presAssocID="{9FC4671F-B14A-4D5D-93C4-8446EFE6F60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F3F7F89-75F2-4E92-8BF8-8248B08A9D83}" type="pres">
      <dgm:prSet presAssocID="{5661C4C9-507F-4AE3-8543-DDA565843428}" presName="spacer" presStyleCnt="0"/>
      <dgm:spPr/>
    </dgm:pt>
    <dgm:pt modelId="{CA9104D4-06E0-47A9-9CB3-5049E5500DEF}" type="pres">
      <dgm:prSet presAssocID="{4362BF66-C9AE-475F-9895-79BDF00690D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84AE6DA-3111-49FA-94EE-EFC8820E0C22}" type="pres">
      <dgm:prSet presAssocID="{F962BE58-450F-414A-A120-8B0623F1B9C0}" presName="spacer" presStyleCnt="0"/>
      <dgm:spPr/>
    </dgm:pt>
    <dgm:pt modelId="{369E2C05-A7DF-44CE-9744-F7929AF6700C}" type="pres">
      <dgm:prSet presAssocID="{D4D783DE-327E-45C4-ABE8-D57A29E65AC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96E363A1-4D4E-43E3-A478-DABFBA39AE82}" type="pres">
      <dgm:prSet presAssocID="{732269E4-9263-46D3-8D5A-2DF34FAC68C0}" presName="spacer" presStyleCnt="0"/>
      <dgm:spPr/>
    </dgm:pt>
    <dgm:pt modelId="{1FC61FC0-3C08-4200-A9B7-744631D16FAA}" type="pres">
      <dgm:prSet presAssocID="{E27F0CD8-0E0B-4506-B2E2-6CD93018B7EE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4DEDDE0C-EDA3-4823-891E-56EBAC0ABC90}" type="presOf" srcId="{E27F0CD8-0E0B-4506-B2E2-6CD93018B7EE}" destId="{1FC61FC0-3C08-4200-A9B7-744631D16FAA}" srcOrd="0" destOrd="0" presId="urn:microsoft.com/office/officeart/2005/8/layout/vList2"/>
    <dgm:cxn modelId="{48170810-CD06-4F6C-8BB8-FEB75DF84D58}" type="presOf" srcId="{5300AE07-3C13-41D8-B0D2-C442ED7FE861}" destId="{D30F6ED5-4B0B-41A5-B6B5-64348C1766CD}" srcOrd="0" destOrd="0" presId="urn:microsoft.com/office/officeart/2005/8/layout/vList2"/>
    <dgm:cxn modelId="{695AAE33-917A-4CD2-A8A1-CA3808812A8F}" srcId="{5300AE07-3C13-41D8-B0D2-C442ED7FE861}" destId="{4362BF66-C9AE-475F-9895-79BDF00690D7}" srcOrd="1" destOrd="0" parTransId="{080ACF95-7AF0-4F37-BB03-8B7BE4C6892B}" sibTransId="{F962BE58-450F-414A-A120-8B0623F1B9C0}"/>
    <dgm:cxn modelId="{CA4AE360-79B8-4A40-AF51-C0D201967FCA}" srcId="{5300AE07-3C13-41D8-B0D2-C442ED7FE861}" destId="{D4D783DE-327E-45C4-ABE8-D57A29E65AC9}" srcOrd="2" destOrd="0" parTransId="{198A3661-5726-429D-9758-A7418B1E2012}" sibTransId="{732269E4-9263-46D3-8D5A-2DF34FAC68C0}"/>
    <dgm:cxn modelId="{AAAE4B4B-90AE-4D46-A4D8-312FA0F1E5C2}" type="presOf" srcId="{4362BF66-C9AE-475F-9895-79BDF00690D7}" destId="{CA9104D4-06E0-47A9-9CB3-5049E5500DEF}" srcOrd="0" destOrd="0" presId="urn:microsoft.com/office/officeart/2005/8/layout/vList2"/>
    <dgm:cxn modelId="{77F53880-E7EC-4A6B-9969-3E2B6B899946}" type="presOf" srcId="{D4D783DE-327E-45C4-ABE8-D57A29E65AC9}" destId="{369E2C05-A7DF-44CE-9744-F7929AF6700C}" srcOrd="0" destOrd="0" presId="urn:microsoft.com/office/officeart/2005/8/layout/vList2"/>
    <dgm:cxn modelId="{DCE1B991-AE13-4E8B-A522-8AF15C2B7966}" type="presOf" srcId="{9FC4671F-B14A-4D5D-93C4-8446EFE6F60A}" destId="{A1D9824A-91C6-4D3D-9060-E2B05B9DC212}" srcOrd="0" destOrd="0" presId="urn:microsoft.com/office/officeart/2005/8/layout/vList2"/>
    <dgm:cxn modelId="{04946099-7D2C-4AFB-AD19-0CB7571E4F7E}" srcId="{5300AE07-3C13-41D8-B0D2-C442ED7FE861}" destId="{9FC4671F-B14A-4D5D-93C4-8446EFE6F60A}" srcOrd="0" destOrd="0" parTransId="{C0A0716C-EE42-441B-9995-33B3E7CF01C3}" sibTransId="{5661C4C9-507F-4AE3-8543-DDA565843428}"/>
    <dgm:cxn modelId="{973915AD-3170-4105-A6CC-24E8DCE05DF9}" srcId="{5300AE07-3C13-41D8-B0D2-C442ED7FE861}" destId="{E27F0CD8-0E0B-4506-B2E2-6CD93018B7EE}" srcOrd="3" destOrd="0" parTransId="{17191B06-3F3F-4928-A2B2-8384613C7C70}" sibTransId="{6E1FA1C8-05E9-4C45-8E20-9C2F2AC43E1D}"/>
    <dgm:cxn modelId="{34F3963D-6209-4641-9B6C-0B1E72B18493}" type="presParOf" srcId="{D30F6ED5-4B0B-41A5-B6B5-64348C1766CD}" destId="{A1D9824A-91C6-4D3D-9060-E2B05B9DC212}" srcOrd="0" destOrd="0" presId="urn:microsoft.com/office/officeart/2005/8/layout/vList2"/>
    <dgm:cxn modelId="{845A73C6-92D9-45EA-945C-D028A7D33416}" type="presParOf" srcId="{D30F6ED5-4B0B-41A5-B6B5-64348C1766CD}" destId="{AF3F7F89-75F2-4E92-8BF8-8248B08A9D83}" srcOrd="1" destOrd="0" presId="urn:microsoft.com/office/officeart/2005/8/layout/vList2"/>
    <dgm:cxn modelId="{FB8A5034-2F86-4D3D-A74B-FC2D74B82120}" type="presParOf" srcId="{D30F6ED5-4B0B-41A5-B6B5-64348C1766CD}" destId="{CA9104D4-06E0-47A9-9CB3-5049E5500DEF}" srcOrd="2" destOrd="0" presId="urn:microsoft.com/office/officeart/2005/8/layout/vList2"/>
    <dgm:cxn modelId="{48C583BB-EAA8-4489-9A34-13144C4596BA}" type="presParOf" srcId="{D30F6ED5-4B0B-41A5-B6B5-64348C1766CD}" destId="{084AE6DA-3111-49FA-94EE-EFC8820E0C22}" srcOrd="3" destOrd="0" presId="urn:microsoft.com/office/officeart/2005/8/layout/vList2"/>
    <dgm:cxn modelId="{22E0DF76-7281-4E73-B1BB-D3C126FEDFD8}" type="presParOf" srcId="{D30F6ED5-4B0B-41A5-B6B5-64348C1766CD}" destId="{369E2C05-A7DF-44CE-9744-F7929AF6700C}" srcOrd="4" destOrd="0" presId="urn:microsoft.com/office/officeart/2005/8/layout/vList2"/>
    <dgm:cxn modelId="{D3A7D366-945B-49D4-881C-401196E4B05E}" type="presParOf" srcId="{D30F6ED5-4B0B-41A5-B6B5-64348C1766CD}" destId="{96E363A1-4D4E-43E3-A478-DABFBA39AE82}" srcOrd="5" destOrd="0" presId="urn:microsoft.com/office/officeart/2005/8/layout/vList2"/>
    <dgm:cxn modelId="{1F47851E-F3F4-4642-BD41-477FDF295FB8}" type="presParOf" srcId="{D30F6ED5-4B0B-41A5-B6B5-64348C1766CD}" destId="{1FC61FC0-3C08-4200-A9B7-744631D16FAA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EDC14-051B-4907-9BE7-BFDFB1DA6602}">
      <dsp:nvSpPr>
        <dsp:cNvPr id="0" name=""/>
        <dsp:cNvSpPr/>
      </dsp:nvSpPr>
      <dsp:spPr>
        <a:xfrm>
          <a:off x="0" y="3049"/>
          <a:ext cx="10442448" cy="649619"/>
        </a:xfrm>
        <a:prstGeom prst="roundRect">
          <a:avLst>
            <a:gd name="adj" fmla="val 10000"/>
          </a:avLst>
        </a:prstGeom>
        <a:solidFill>
          <a:srgbClr val="DED1E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3A53E9-C6B8-4504-A1CD-71A42E54852A}">
      <dsp:nvSpPr>
        <dsp:cNvPr id="0" name=""/>
        <dsp:cNvSpPr/>
      </dsp:nvSpPr>
      <dsp:spPr>
        <a:xfrm>
          <a:off x="196510" y="149214"/>
          <a:ext cx="357290" cy="3572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B3BD85-AADF-4D22-827E-B8AEA5F90590}">
      <dsp:nvSpPr>
        <dsp:cNvPr id="0" name=""/>
        <dsp:cNvSpPr/>
      </dsp:nvSpPr>
      <dsp:spPr>
        <a:xfrm>
          <a:off x="750310" y="3049"/>
          <a:ext cx="9692137" cy="6496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51" tIns="68751" rIns="68751" bIns="6875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Proč jsem si vybral hru v tomto žánru</a:t>
          </a:r>
          <a:endParaRPr lang="en-US" sz="1900" kern="1200" dirty="0"/>
        </a:p>
      </dsp:txBody>
      <dsp:txXfrm>
        <a:off x="750310" y="3049"/>
        <a:ext cx="9692137" cy="649619"/>
      </dsp:txXfrm>
    </dsp:sp>
    <dsp:sp modelId="{4EB35044-8A73-434B-BA87-5DA335CCA930}">
      <dsp:nvSpPr>
        <dsp:cNvPr id="0" name=""/>
        <dsp:cNvSpPr/>
      </dsp:nvSpPr>
      <dsp:spPr>
        <a:xfrm>
          <a:off x="0" y="815074"/>
          <a:ext cx="10442448" cy="649619"/>
        </a:xfrm>
        <a:prstGeom prst="roundRect">
          <a:avLst>
            <a:gd name="adj" fmla="val 10000"/>
          </a:avLst>
        </a:prstGeom>
        <a:solidFill>
          <a:srgbClr val="DED1E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25ACD8-5D51-4F0A-B6F2-3BC40B62BA58}">
      <dsp:nvSpPr>
        <dsp:cNvPr id="0" name=""/>
        <dsp:cNvSpPr/>
      </dsp:nvSpPr>
      <dsp:spPr>
        <a:xfrm>
          <a:off x="196510" y="961239"/>
          <a:ext cx="357290" cy="357290"/>
        </a:xfrm>
        <a:prstGeom prst="rect">
          <a:avLst/>
        </a:prstGeom>
        <a:blipFill rotWithShape="1"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48039A-EE8D-49B7-A9C6-F7D282704B3C}">
      <dsp:nvSpPr>
        <dsp:cNvPr id="0" name=""/>
        <dsp:cNvSpPr/>
      </dsp:nvSpPr>
      <dsp:spPr>
        <a:xfrm>
          <a:off x="750310" y="815074"/>
          <a:ext cx="9692137" cy="6496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51" tIns="68751" rIns="68751" bIns="6875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Technologie</a:t>
          </a:r>
          <a:endParaRPr lang="en-US" sz="1900" kern="1200" dirty="0"/>
        </a:p>
      </dsp:txBody>
      <dsp:txXfrm>
        <a:off x="750310" y="815074"/>
        <a:ext cx="9692137" cy="649619"/>
      </dsp:txXfrm>
    </dsp:sp>
    <dsp:sp modelId="{57163BDA-916D-4979-BB10-988D0489E4E3}">
      <dsp:nvSpPr>
        <dsp:cNvPr id="0" name=""/>
        <dsp:cNvSpPr/>
      </dsp:nvSpPr>
      <dsp:spPr>
        <a:xfrm>
          <a:off x="0" y="1627099"/>
          <a:ext cx="10442448" cy="649619"/>
        </a:xfrm>
        <a:prstGeom prst="roundRect">
          <a:avLst>
            <a:gd name="adj" fmla="val 10000"/>
          </a:avLst>
        </a:prstGeom>
        <a:solidFill>
          <a:srgbClr val="DED1E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AA6EDA-A20C-4679-BCFC-CEE14196283C}">
      <dsp:nvSpPr>
        <dsp:cNvPr id="0" name=""/>
        <dsp:cNvSpPr/>
      </dsp:nvSpPr>
      <dsp:spPr>
        <a:xfrm>
          <a:off x="196510" y="1773264"/>
          <a:ext cx="357290" cy="357290"/>
        </a:xfrm>
        <a:prstGeom prst="rect">
          <a:avLst/>
        </a:prstGeom>
        <a:blipFill rotWithShape="1"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141503-A0FB-4206-B274-F16A0492977F}">
      <dsp:nvSpPr>
        <dsp:cNvPr id="0" name=""/>
        <dsp:cNvSpPr/>
      </dsp:nvSpPr>
      <dsp:spPr>
        <a:xfrm>
          <a:off x="750310" y="1627099"/>
          <a:ext cx="9692137" cy="6496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51" tIns="68751" rIns="68751" bIns="6875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Inspirace</a:t>
          </a:r>
          <a:endParaRPr lang="en-US" sz="1900" kern="1200" dirty="0"/>
        </a:p>
      </dsp:txBody>
      <dsp:txXfrm>
        <a:off x="750310" y="1627099"/>
        <a:ext cx="9692137" cy="649619"/>
      </dsp:txXfrm>
    </dsp:sp>
    <dsp:sp modelId="{27762F6E-A8A7-4E37-82B4-A7DEA3A504C1}">
      <dsp:nvSpPr>
        <dsp:cNvPr id="0" name=""/>
        <dsp:cNvSpPr/>
      </dsp:nvSpPr>
      <dsp:spPr>
        <a:xfrm>
          <a:off x="0" y="2439124"/>
          <a:ext cx="10442448" cy="649619"/>
        </a:xfrm>
        <a:prstGeom prst="roundRect">
          <a:avLst>
            <a:gd name="adj" fmla="val 10000"/>
          </a:avLst>
        </a:prstGeom>
        <a:solidFill>
          <a:srgbClr val="DED1E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4AD43F-C855-471B-8E5F-4A7472626B04}">
      <dsp:nvSpPr>
        <dsp:cNvPr id="0" name=""/>
        <dsp:cNvSpPr/>
      </dsp:nvSpPr>
      <dsp:spPr>
        <a:xfrm>
          <a:off x="196510" y="2585288"/>
          <a:ext cx="357290" cy="35729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3A8FBB-F25E-4053-9B62-48DB1B56974D}">
      <dsp:nvSpPr>
        <dsp:cNvPr id="0" name=""/>
        <dsp:cNvSpPr/>
      </dsp:nvSpPr>
      <dsp:spPr>
        <a:xfrm>
          <a:off x="750310" y="2439124"/>
          <a:ext cx="9692137" cy="6496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51" tIns="68751" rIns="68751" bIns="6875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Ukázka a cíle</a:t>
          </a:r>
          <a:endParaRPr lang="en-US" sz="1900" kern="1200" dirty="0"/>
        </a:p>
      </dsp:txBody>
      <dsp:txXfrm>
        <a:off x="750310" y="2439124"/>
        <a:ext cx="9692137" cy="649619"/>
      </dsp:txXfrm>
    </dsp:sp>
    <dsp:sp modelId="{D2E1F3FE-921A-4299-8807-7FD6ABF1B2B3}">
      <dsp:nvSpPr>
        <dsp:cNvPr id="0" name=""/>
        <dsp:cNvSpPr/>
      </dsp:nvSpPr>
      <dsp:spPr>
        <a:xfrm>
          <a:off x="0" y="3251149"/>
          <a:ext cx="10442448" cy="649619"/>
        </a:xfrm>
        <a:prstGeom prst="roundRect">
          <a:avLst>
            <a:gd name="adj" fmla="val 10000"/>
          </a:avLst>
        </a:prstGeom>
        <a:solidFill>
          <a:srgbClr val="DED1E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40895B-DC7A-40F7-ABE6-E79E0009C404}">
      <dsp:nvSpPr>
        <dsp:cNvPr id="0" name=""/>
        <dsp:cNvSpPr/>
      </dsp:nvSpPr>
      <dsp:spPr>
        <a:xfrm>
          <a:off x="196510" y="3397313"/>
          <a:ext cx="357290" cy="35729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0D98AF-7D24-40D6-BD44-B09AC8FBDA86}">
      <dsp:nvSpPr>
        <dsp:cNvPr id="0" name=""/>
        <dsp:cNvSpPr/>
      </dsp:nvSpPr>
      <dsp:spPr>
        <a:xfrm>
          <a:off x="750310" y="3251149"/>
          <a:ext cx="9692137" cy="6496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751" tIns="68751" rIns="68751" bIns="6875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Prostor pro otázky</a:t>
          </a:r>
          <a:endParaRPr lang="en-US" sz="1900" kern="1200" dirty="0"/>
        </a:p>
      </dsp:txBody>
      <dsp:txXfrm>
        <a:off x="750310" y="3251149"/>
        <a:ext cx="9692137" cy="6496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D9824A-91C6-4D3D-9060-E2B05B9DC212}">
      <dsp:nvSpPr>
        <dsp:cNvPr id="0" name=""/>
        <dsp:cNvSpPr/>
      </dsp:nvSpPr>
      <dsp:spPr>
        <a:xfrm>
          <a:off x="0" y="215739"/>
          <a:ext cx="5922489" cy="884520"/>
        </a:xfrm>
        <a:prstGeom prst="roundRect">
          <a:avLst/>
        </a:prstGeom>
        <a:solidFill>
          <a:srgbClr val="DED1EF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kern="1200" dirty="0">
              <a:solidFill>
                <a:schemeClr val="tx1"/>
              </a:solidFill>
            </a:rPr>
            <a:t>Častá</a:t>
          </a:r>
          <a:r>
            <a:rPr lang="cs-CZ" sz="3600" kern="1200" baseline="0" dirty="0">
              <a:solidFill>
                <a:schemeClr val="tx1"/>
              </a:solidFill>
            </a:rPr>
            <a:t> hranost </a:t>
          </a:r>
          <a:r>
            <a:rPr lang="cs-CZ" sz="3600" kern="1200" baseline="0" dirty="0" err="1">
              <a:solidFill>
                <a:schemeClr val="tx1"/>
              </a:solidFill>
            </a:rPr>
            <a:t>streamerů</a:t>
          </a:r>
          <a:endParaRPr lang="en-US" sz="3600" kern="1200" dirty="0">
            <a:solidFill>
              <a:schemeClr val="tx1"/>
            </a:solidFill>
          </a:endParaRPr>
        </a:p>
      </dsp:txBody>
      <dsp:txXfrm>
        <a:off x="43179" y="258918"/>
        <a:ext cx="5836131" cy="798162"/>
      </dsp:txXfrm>
    </dsp:sp>
    <dsp:sp modelId="{CA9104D4-06E0-47A9-9CB3-5049E5500DEF}">
      <dsp:nvSpPr>
        <dsp:cNvPr id="0" name=""/>
        <dsp:cNvSpPr/>
      </dsp:nvSpPr>
      <dsp:spPr>
        <a:xfrm>
          <a:off x="0" y="1203939"/>
          <a:ext cx="5922489" cy="884520"/>
        </a:xfrm>
        <a:prstGeom prst="roundRect">
          <a:avLst/>
        </a:prstGeom>
        <a:solidFill>
          <a:srgbClr val="DED1EF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kern="1200" dirty="0">
              <a:solidFill>
                <a:schemeClr val="tx1"/>
              </a:solidFill>
            </a:rPr>
            <a:t>Rozšířená hráčská základna</a:t>
          </a:r>
          <a:endParaRPr lang="en-US" sz="3600" kern="1200" dirty="0">
            <a:solidFill>
              <a:schemeClr val="tx1"/>
            </a:solidFill>
          </a:endParaRPr>
        </a:p>
      </dsp:txBody>
      <dsp:txXfrm>
        <a:off x="43179" y="1247118"/>
        <a:ext cx="5836131" cy="798162"/>
      </dsp:txXfrm>
    </dsp:sp>
    <dsp:sp modelId="{369E2C05-A7DF-44CE-9744-F7929AF6700C}">
      <dsp:nvSpPr>
        <dsp:cNvPr id="0" name=""/>
        <dsp:cNvSpPr/>
      </dsp:nvSpPr>
      <dsp:spPr>
        <a:xfrm>
          <a:off x="0" y="2192139"/>
          <a:ext cx="5922489" cy="884520"/>
        </a:xfrm>
        <a:prstGeom prst="roundRect">
          <a:avLst/>
        </a:prstGeom>
        <a:solidFill>
          <a:srgbClr val="DED1EF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kern="1200" dirty="0">
              <a:solidFill>
                <a:schemeClr val="tx1"/>
              </a:solidFill>
            </a:rPr>
            <a:t>Jakákoliv možnost grafiky </a:t>
          </a:r>
          <a:endParaRPr lang="en-US" sz="3600" kern="1200" dirty="0">
            <a:solidFill>
              <a:schemeClr val="tx1"/>
            </a:solidFill>
          </a:endParaRPr>
        </a:p>
      </dsp:txBody>
      <dsp:txXfrm>
        <a:off x="43179" y="2235318"/>
        <a:ext cx="5836131" cy="798162"/>
      </dsp:txXfrm>
    </dsp:sp>
    <dsp:sp modelId="{1FC61FC0-3C08-4200-A9B7-744631D16FAA}">
      <dsp:nvSpPr>
        <dsp:cNvPr id="0" name=""/>
        <dsp:cNvSpPr/>
      </dsp:nvSpPr>
      <dsp:spPr>
        <a:xfrm>
          <a:off x="0" y="3180339"/>
          <a:ext cx="5922489" cy="884520"/>
        </a:xfrm>
        <a:prstGeom prst="roundRect">
          <a:avLst/>
        </a:prstGeom>
        <a:solidFill>
          <a:srgbClr val="DED1EF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kern="1200" dirty="0">
              <a:solidFill>
                <a:schemeClr val="tx1"/>
              </a:solidFill>
            </a:rPr>
            <a:t>Jednoduchost nápadu</a:t>
          </a:r>
          <a:endParaRPr lang="en-US" sz="3600" kern="1200" dirty="0">
            <a:solidFill>
              <a:schemeClr val="tx1"/>
            </a:solidFill>
          </a:endParaRPr>
        </a:p>
      </dsp:txBody>
      <dsp:txXfrm>
        <a:off x="43179" y="3223518"/>
        <a:ext cx="5836131" cy="7981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2B3672-7432-4912-8B7F-BDBF0D151904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5136E-010B-4265-A236-C5281B12CD3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096871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5136E-010B-4265-A236-C5281B12CD36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6002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D09F69C-C489-B084-F1BE-A474C9E11E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ACDBF104-F8E0-91DA-2C4D-A9FC7D2F01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E4116FE-42E3-135F-0E35-F757010B5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364FB5C-B9D5-B564-69BA-A557A69D7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771AAEEE-F74C-E18C-F6EE-06E38B18B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93526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5026A85-34B3-7DDA-FC51-1B6C54C0B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2018F92-5704-9B59-61D9-A6758027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4EA75A7-4C76-0B77-DF80-0AC705B15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30D73E7-D442-CFD6-D764-FC3D64494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B93452C-B0C9-21B0-9E7A-758ADA5C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4460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E539FC0-2BA9-E49E-90A7-5E3C88EF1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55DAFDC2-FEE6-42D5-54DD-625A85BE5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A916D5A-CC06-09B1-8B36-442419733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D31516EB-778F-4D55-38E4-FBB26311A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C84699D-A0CC-9203-C6D7-93451C365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24665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7580330-A91F-2646-F1B7-D70F56828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F7A790C-76AD-6ECC-FF4E-85B4620F9F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B7ED8F9A-A67A-19F6-2386-D272F321B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98E90DD5-B4B1-B796-427B-B38C2879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1A22A9E0-AAF0-49D8-B3ED-F1A5DF4F7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021D5097-21EE-6016-63EC-F683F4A6F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0250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AC381B1-F886-944E-1497-66C4EDAAB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33F9365-7538-853F-2BF3-CE00183ED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52030002-375A-6A85-43C4-BC21B0579E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D32A84C8-4672-8210-DBF7-B4D65448E8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60FA857-DA75-610F-A673-8906DC6CB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5B379F3F-A707-A278-99B9-DF90533D5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2C02931D-E058-28F4-493F-6EDBDCEE1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907D042-DBF5-EE92-D53F-181AC491F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0178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6E18C7C-7016-7400-559B-78EB8F9E7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A8B9B8B5-52FE-3873-BDDF-4281D1699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C9BC14F4-FE75-CC23-C538-BB1298CB4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496001E1-0545-F946-AC04-019F36034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58408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54DBBFC5-8B51-E7A6-D263-3FFBDE22F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93C39A2F-D2F4-2B83-0405-B4583376D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0BE7DB8-6B8A-4847-C0C0-D66F2A226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27183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EDF6368-8FFA-F239-F10D-0C7D0B33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F0ACB46-B27A-587A-F1F5-FD51FC0FD4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042AC1D4-04ED-3CC5-6CA9-CB6AF652C3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9D6D3464-8511-4493-9DDE-F749BEE9A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C90BD916-D2DF-9C89-FA4C-5963D1DE2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BEE3107E-8760-A243-4AE8-D31BB3F69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92804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FF9D6D4-88A2-597E-08EC-48F8772AE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BC477A65-F3CA-AFC9-7467-6D9310D664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233873C5-76DD-CB53-6861-2C8BE393C4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AC8FF30C-3F3B-B70C-2874-BD03342C0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AAC650D7-73B7-9928-B0BB-C34701E53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1FE91BE-D1D5-26AE-3715-6E63CDA43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32921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528E50F-E105-02EF-0737-CB7F351EE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1D9C00C3-8EA5-C225-2771-1E5AA06A36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EB6AAC39-5142-1079-F698-79F7A46EB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7B638EFE-D1C9-CE65-A915-05A530459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AF1B47C-65D8-E72A-4113-646C2BB0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18150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F142815E-77C4-02E1-E17C-4D839B280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97C3FBF0-C393-0424-0C2E-B384AC13F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EB12336-DAAC-58E4-3170-73399AAE0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66384CF-F1D4-C451-4E3F-FEC231402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6854388B-8DD5-D0B1-4A9B-95CB0722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77177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E6F67BDE-71FF-B8F2-CC05-94705D64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09CF6BC-6898-1B2C-4D6D-EC61E7F237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E83F025-F8F1-1812-ADF6-34A6B48BD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47638D-23CB-4981-B536-5C764573447C}" type="datetimeFigureOut">
              <a:rPr lang="cs-CZ" smtClean="0"/>
              <a:t>24.01.2025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0DDEBE4-350D-8F62-B38B-688333CAA7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20D5D5E-1A40-9718-0C9D-E2CE097BB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E2FB99-1C87-4BAC-8A67-18091E1DA1E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6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5141DFC-6B83-C73E-E351-83F624347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4236" y="1514688"/>
            <a:ext cx="8584164" cy="3138875"/>
          </a:xfrm>
        </p:spPr>
        <p:txBody>
          <a:bodyPr anchor="b">
            <a:normAutofit/>
          </a:bodyPr>
          <a:lstStyle/>
          <a:p>
            <a:r>
              <a:rPr lang="en-US" sz="4400" dirty="0" err="1">
                <a:latin typeface="+mn-lt"/>
              </a:rPr>
              <a:t>CtrlAltDelete</a:t>
            </a:r>
            <a:endParaRPr lang="cs-CZ" sz="4400" dirty="0">
              <a:latin typeface="+mn-lt"/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E230774B-8D79-F1C1-7DA1-608527B31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4236" y="4963885"/>
            <a:ext cx="8584165" cy="1125765"/>
          </a:xfrm>
        </p:spPr>
        <p:txBody>
          <a:bodyPr>
            <a:normAutofit/>
          </a:bodyPr>
          <a:lstStyle/>
          <a:p>
            <a:r>
              <a:rPr lang="cs-CZ" dirty="0"/>
              <a:t>Zdeněk Vostrovský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A9DB9A7B-73A2-8217-FF03-20E88346AB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7824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C9F5005-EC25-4FB9-B19B-2437F0B120D2}" type="datetime1">
              <a:rPr lang="en-US" smtClean="0"/>
              <a:pPr>
                <a:spcAft>
                  <a:spcPts val="600"/>
                </a:spcAft>
              </a:pPr>
              <a:t>1/24/2025</a:t>
            </a:fld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37F34E3B-C972-0B7B-FA17-C8305C124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9999" y="6356350"/>
            <a:ext cx="521207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  <p:sp>
        <p:nvSpPr>
          <p:cNvPr id="4" name="TextovéPole 3">
            <a:extLst>
              <a:ext uri="{FF2B5EF4-FFF2-40B4-BE49-F238E27FC236}">
                <a16:creationId xmlns:a16="http://schemas.microsoft.com/office/drawing/2014/main" id="{9F63EA01-ED58-90BD-249C-D2E4A8E155B1}"/>
              </a:ext>
            </a:extLst>
          </p:cNvPr>
          <p:cNvSpPr txBox="1"/>
          <p:nvPr/>
        </p:nvSpPr>
        <p:spPr>
          <a:xfrm>
            <a:off x="1474236" y="5720318"/>
            <a:ext cx="2697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dirty="0"/>
              <a:t>Vedoucí práce - Bc. Jiří Mít</a:t>
            </a:r>
          </a:p>
        </p:txBody>
      </p:sp>
    </p:spTree>
    <p:extLst>
      <p:ext uri="{BB962C8B-B14F-4D97-AF65-F5344CB8AC3E}">
        <p14:creationId xmlns:p14="http://schemas.microsoft.com/office/powerpoint/2010/main" val="4232725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74C4984-F7C8-8785-B437-8B8EADF4F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108" y="588245"/>
            <a:ext cx="10449784" cy="1265928"/>
          </a:xfrm>
        </p:spPr>
        <p:txBody>
          <a:bodyPr anchor="b">
            <a:normAutofit/>
          </a:bodyPr>
          <a:lstStyle/>
          <a:p>
            <a:r>
              <a:rPr lang="cs-CZ" sz="4400" dirty="0">
                <a:latin typeface="+mn-lt"/>
              </a:rPr>
              <a:t>Obsah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F9AB2CEF-562B-C2DC-9B6D-E150E1C0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7824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FB1DD93-7C9D-4E53-81F0-DDE57FEA7EDB}" type="datetime1">
              <a:rPr lang="en-US" smtClean="0"/>
              <a:pPr>
                <a:spcAft>
                  <a:spcPts val="600"/>
                </a:spcAft>
              </a:pPr>
              <a:t>1/24/2025</a:t>
            </a:fld>
            <a:endParaRPr lang="en-US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49B9F0B7-25BD-2393-6697-8D2096FF6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9999" y="6356350"/>
            <a:ext cx="521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9" name="Zástupný obsah 2">
            <a:extLst>
              <a:ext uri="{FF2B5EF4-FFF2-40B4-BE49-F238E27FC236}">
                <a16:creationId xmlns:a16="http://schemas.microsoft.com/office/drawing/2014/main" id="{17E72F49-F407-5571-FE74-9F19EBF079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2965716"/>
              </p:ext>
            </p:extLst>
          </p:nvPr>
        </p:nvGraphicFramePr>
        <p:xfrm>
          <a:off x="877824" y="2157984"/>
          <a:ext cx="10442448" cy="39038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654735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C3DB1ED-73DC-7132-C29D-A702B49F5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7824" y="807867"/>
            <a:ext cx="3640713" cy="2062594"/>
          </a:xfrm>
        </p:spPr>
        <p:txBody>
          <a:bodyPr anchor="t">
            <a:noAutofit/>
          </a:bodyPr>
          <a:lstStyle/>
          <a:p>
            <a:r>
              <a:rPr lang="cs-CZ" sz="4400" dirty="0">
                <a:latin typeface="+mn-lt"/>
              </a:rPr>
              <a:t>Proč jsem si vybral hru v tomto žánru?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E88238F-18D6-BCDE-6531-451828B619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7824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79F6069-8263-4296-913A-BC2234E8D32B}" type="datetime1">
              <a:rPr lang="en-US" smtClean="0"/>
              <a:pPr>
                <a:spcAft>
                  <a:spcPts val="600"/>
                </a:spcAft>
              </a:pPr>
              <a:t>1/24/2025</a:t>
            </a:fld>
            <a:endParaRPr lang="en-US" dirty="0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2CC6E16-A719-A710-5861-31EF4249C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9999" y="6356350"/>
            <a:ext cx="521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graphicFrame>
        <p:nvGraphicFramePr>
          <p:cNvPr id="20" name="Picture Placeholder 2">
            <a:extLst>
              <a:ext uri="{FF2B5EF4-FFF2-40B4-BE49-F238E27FC236}">
                <a16:creationId xmlns:a16="http://schemas.microsoft.com/office/drawing/2014/main" id="{B57F8179-C90B-EFE6-C941-0BFCF5933A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64287906"/>
              </p:ext>
            </p:extLst>
          </p:nvPr>
        </p:nvGraphicFramePr>
        <p:xfrm>
          <a:off x="5432898" y="1256044"/>
          <a:ext cx="5922489" cy="42805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20989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DEB8772-8449-6D35-D1F0-5562F42EC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7868"/>
            <a:ext cx="3640713" cy="848212"/>
          </a:xfrm>
        </p:spPr>
        <p:txBody>
          <a:bodyPr>
            <a:normAutofit/>
          </a:bodyPr>
          <a:lstStyle/>
          <a:p>
            <a:r>
              <a:rPr lang="cs-CZ" sz="4400" dirty="0">
                <a:latin typeface="+mn-lt"/>
              </a:rPr>
              <a:t>Technologie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F1BE815-CFAD-1BC2-79FA-C8F9E8902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1DD93-7C9D-4E53-81F0-DDE57FEA7EDB}" type="datetime1">
              <a:rPr lang="en-US" smtClean="0"/>
              <a:t>1/24/2025</a:t>
            </a:fld>
            <a:endParaRPr lang="en-US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6450882D-CC79-B4FD-8BB4-B6506497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4</a:t>
            </a:fld>
            <a:endParaRPr lang="en-US"/>
          </a:p>
        </p:txBody>
      </p:sp>
      <p:pic>
        <p:nvPicPr>
          <p:cNvPr id="8" name="Zástupný obsah 7" descr="Unity">
            <a:extLst>
              <a:ext uri="{FF2B5EF4-FFF2-40B4-BE49-F238E27FC236}">
                <a16:creationId xmlns:a16="http://schemas.microsoft.com/office/drawing/2014/main" id="{0A9209F4-E3DF-9CB0-68B2-0E45124946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176" y="1043781"/>
            <a:ext cx="2143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Obrázek 8" descr="Exercises C# – Aplikace na Google Play">
            <a:extLst>
              <a:ext uri="{FF2B5EF4-FFF2-40B4-BE49-F238E27FC236}">
                <a16:creationId xmlns:a16="http://schemas.microsoft.com/office/drawing/2014/main" id="{4ACA06CA-8D48-5851-0C77-F3D4FE202A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6614" y="1043782"/>
            <a:ext cx="2143124" cy="2143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Obrázek 9" descr="Visual Studio Community 2022 - Aplikace Microsoft">
            <a:extLst>
              <a:ext uri="{FF2B5EF4-FFF2-40B4-BE49-F238E27FC236}">
                <a16:creationId xmlns:a16="http://schemas.microsoft.com/office/drawing/2014/main" id="{C8E2D8E7-AEA9-5B14-1DDD-5A03450C1E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9863" y="1043781"/>
            <a:ext cx="2143123" cy="21431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Obrázek 11">
            <a:extLst>
              <a:ext uri="{FF2B5EF4-FFF2-40B4-BE49-F238E27FC236}">
                <a16:creationId xmlns:a16="http://schemas.microsoft.com/office/drawing/2014/main" id="{F00938A3-44CD-18BE-CBFC-238E05AFD92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5584" y="3186903"/>
            <a:ext cx="2414927" cy="24149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Obrázek 12" descr="Your very First GitHub Repository. | by olatunde ibitoye | Medium">
            <a:extLst>
              <a:ext uri="{FF2B5EF4-FFF2-40B4-BE49-F238E27FC236}">
                <a16:creationId xmlns:a16="http://schemas.microsoft.com/office/drawing/2014/main" id="{824F153F-7DBF-275D-FF72-6D2A912DBBB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1160" y="3191960"/>
            <a:ext cx="2751076" cy="1019338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ovéPole 14">
            <a:extLst>
              <a:ext uri="{FF2B5EF4-FFF2-40B4-BE49-F238E27FC236}">
                <a16:creationId xmlns:a16="http://schemas.microsoft.com/office/drawing/2014/main" id="{BFC6477A-BDF2-BB58-F636-17C86FF2D0AA}"/>
              </a:ext>
            </a:extLst>
          </p:cNvPr>
          <p:cNvSpPr txBox="1"/>
          <p:nvPr/>
        </p:nvSpPr>
        <p:spPr>
          <a:xfrm>
            <a:off x="884491" y="2115342"/>
            <a:ext cx="31394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600" dirty="0"/>
              <a:t>- Unity</a:t>
            </a:r>
          </a:p>
          <a:p>
            <a:r>
              <a:rPr lang="cs-CZ" sz="1600" dirty="0"/>
              <a:t>- C#</a:t>
            </a:r>
            <a:br>
              <a:rPr lang="cs-CZ" sz="1600" dirty="0"/>
            </a:br>
            <a:r>
              <a:rPr lang="cs-CZ" sz="1600" dirty="0"/>
              <a:t>- </a:t>
            </a:r>
            <a:r>
              <a:rPr lang="cs-CZ" sz="1600" dirty="0" err="1"/>
              <a:t>Visual</a:t>
            </a:r>
            <a:r>
              <a:rPr lang="cs-CZ" sz="1600" dirty="0"/>
              <a:t> Studio 2022</a:t>
            </a:r>
          </a:p>
          <a:p>
            <a:r>
              <a:rPr lang="cs-CZ" sz="1600" dirty="0"/>
              <a:t>- GitHub a GitHub Desktop</a:t>
            </a:r>
          </a:p>
          <a:p>
            <a:r>
              <a:rPr lang="en-US" sz="1600" dirty="0"/>
              <a:t>- ChatGPT</a:t>
            </a:r>
            <a:r>
              <a:rPr lang="cs-CZ" sz="1600" dirty="0"/>
              <a:t> a GitHub </a:t>
            </a:r>
            <a:r>
              <a:rPr lang="cs-CZ" sz="1600" dirty="0" err="1"/>
              <a:t>Copilot</a:t>
            </a:r>
            <a:endParaRPr lang="en-US" sz="1600" dirty="0"/>
          </a:p>
          <a:p>
            <a:r>
              <a:rPr lang="en-US" sz="1600" dirty="0"/>
              <a:t>- </a:t>
            </a:r>
            <a:r>
              <a:rPr lang="en-US" sz="1600" dirty="0" err="1"/>
              <a:t>Cinemachine</a:t>
            </a:r>
            <a:r>
              <a:rPr lang="en-US" sz="1600" dirty="0"/>
              <a:t> a Input System</a:t>
            </a:r>
            <a:endParaRPr lang="cs-CZ" sz="1600" dirty="0"/>
          </a:p>
        </p:txBody>
      </p:sp>
      <p:pic>
        <p:nvPicPr>
          <p:cNvPr id="3" name="Obrázek 2" descr="ChatGPT - Wikipedia">
            <a:extLst>
              <a:ext uri="{FF2B5EF4-FFF2-40B4-BE49-F238E27FC236}">
                <a16:creationId xmlns:a16="http://schemas.microsoft.com/office/drawing/2014/main" id="{5C0B213B-22DC-08D2-7486-24CEAA058CC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9634" y="3421015"/>
            <a:ext cx="2003771" cy="2003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Obrázek 3" descr="CinemachineExternalCamera Class - Cinemachine Documentation">
            <a:extLst>
              <a:ext uri="{FF2B5EF4-FFF2-40B4-BE49-F238E27FC236}">
                <a16:creationId xmlns:a16="http://schemas.microsoft.com/office/drawing/2014/main" id="{38863F6D-C3BD-6DDF-B10B-A39DF8D58A0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6053" y="4257267"/>
            <a:ext cx="1196340" cy="11963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871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32CC350-C4F3-35D5-F5E6-F36595E62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8290"/>
            <a:ext cx="6557957" cy="786453"/>
          </a:xfrm>
        </p:spPr>
        <p:txBody>
          <a:bodyPr>
            <a:normAutofit/>
          </a:bodyPr>
          <a:lstStyle/>
          <a:p>
            <a:r>
              <a:rPr lang="cs-CZ" sz="4400" dirty="0">
                <a:latin typeface="+mn-lt"/>
              </a:rPr>
              <a:t>Inspirace – AltF4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21FA610-9E35-F451-55C3-FD7C494BA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200" y="1384768"/>
            <a:ext cx="6332382" cy="947191"/>
          </a:xfrm>
        </p:spPr>
        <p:txBody>
          <a:bodyPr>
            <a:noAutofit/>
          </a:bodyPr>
          <a:lstStyle/>
          <a:p>
            <a:r>
              <a:rPr lang="cs-CZ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cs-CZ" dirty="0" err="1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Ragequit</a:t>
            </a:r>
            <a:r>
              <a:rPr lang="cs-CZ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 hra</a:t>
            </a:r>
            <a:br>
              <a:rPr lang="cs-CZ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</a:br>
            <a:r>
              <a:rPr lang="cs-CZ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- 3D</a:t>
            </a:r>
            <a:br>
              <a:rPr lang="cs-CZ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</a:br>
            <a:r>
              <a:rPr lang="cs-CZ" dirty="0">
                <a:effectLst/>
                <a:ea typeface="DengXian" panose="02010600030101010101" pitchFamily="2" charset="-122"/>
                <a:cs typeface="Times New Roman" panose="02020603050405020304" pitchFamily="18" charset="0"/>
              </a:rPr>
              <a:t>- Rytíř protagonista</a:t>
            </a:r>
            <a:endParaRPr lang="cs-CZ" dirty="0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F05610B3-072B-417C-F94F-4D31DE792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1DD93-7C9D-4E53-81F0-DDE57FEA7EDB}" type="datetime1">
              <a:rPr lang="en-US" smtClean="0"/>
              <a:t>1/24/2025</a:t>
            </a:fld>
            <a:endParaRPr lang="en-US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6EC26AD-666D-AE5E-2221-93297B44B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5</a:t>
            </a:fld>
            <a:endParaRPr lang="en-US"/>
          </a:p>
        </p:txBody>
      </p:sp>
      <p:pic>
        <p:nvPicPr>
          <p:cNvPr id="1026" name="Picture 2" descr="ALTF4 ve službě Steam">
            <a:extLst>
              <a:ext uri="{FF2B5EF4-FFF2-40B4-BE49-F238E27FC236}">
                <a16:creationId xmlns:a16="http://schemas.microsoft.com/office/drawing/2014/main" id="{172F47D6-D39B-5E81-ADAF-EEC38D7901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2156" y="1975202"/>
            <a:ext cx="7208002" cy="3368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2697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dpis 9">
            <a:extLst>
              <a:ext uri="{FF2B5EF4-FFF2-40B4-BE49-F238E27FC236}">
                <a16:creationId xmlns:a16="http://schemas.microsoft.com/office/drawing/2014/main" id="{81E4FB8E-6DAE-4D25-D927-B12F7D43CE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64715"/>
            <a:ext cx="9144000" cy="1407477"/>
          </a:xfrm>
        </p:spPr>
        <p:txBody>
          <a:bodyPr>
            <a:normAutofit/>
          </a:bodyPr>
          <a:lstStyle/>
          <a:p>
            <a:r>
              <a:rPr lang="cs-CZ" sz="6000" dirty="0">
                <a:latin typeface="+mn-lt"/>
              </a:rPr>
              <a:t>Ukázka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59258533-5F86-D121-B4AA-3F1BB2090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8DB08-3B01-46DD-99F2-F6F6334EA669}" type="datetime1">
              <a:rPr lang="en-US" smtClean="0"/>
              <a:t>1/24/2025</a:t>
            </a:fld>
            <a:endParaRPr lang="en-US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0505FCA3-89B4-6DAC-D744-90C04440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168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7">
            <a:extLst>
              <a:ext uri="{FF2B5EF4-FFF2-40B4-BE49-F238E27FC236}">
                <a16:creationId xmlns:a16="http://schemas.microsoft.com/office/drawing/2014/main" id="{04E1663B-3DFE-316B-FCA9-57508C489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sz="4400" dirty="0">
                <a:latin typeface="+mn-lt"/>
              </a:rPr>
              <a:t>Cíle</a:t>
            </a:r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B4D32163-6D00-F49B-A0E1-611629827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sz="2000"/>
              <a:t>Splněno</a:t>
            </a:r>
            <a:endParaRPr lang="cs-CZ" sz="2000" dirty="0"/>
          </a:p>
        </p:txBody>
      </p:sp>
      <p:sp>
        <p:nvSpPr>
          <p:cNvPr id="10" name="Zástupný obsah 9">
            <a:extLst>
              <a:ext uri="{FF2B5EF4-FFF2-40B4-BE49-F238E27FC236}">
                <a16:creationId xmlns:a16="http://schemas.microsoft.com/office/drawing/2014/main" id="{76341A16-8BBE-C464-132D-7758FBA0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3813492" cy="3684588"/>
          </a:xfrm>
        </p:spPr>
        <p:txBody>
          <a:bodyPr>
            <a:normAutofit/>
          </a:bodyPr>
          <a:lstStyle/>
          <a:p>
            <a:pPr algn="l">
              <a:buFontTx/>
              <a:buChar char="-"/>
            </a:pPr>
            <a:r>
              <a:rPr lang="cs-CZ" sz="1800" b="0" i="0" dirty="0">
                <a:solidFill>
                  <a:srgbClr val="000000"/>
                </a:solidFill>
                <a:effectLst/>
              </a:rPr>
              <a:t>Mužská i ženská hlavní postava</a:t>
            </a:r>
          </a:p>
          <a:p>
            <a:pPr algn="l">
              <a:buFontTx/>
              <a:buChar char="-"/>
            </a:pPr>
            <a:r>
              <a:rPr lang="cs-CZ" sz="1800" b="0" i="0" dirty="0">
                <a:solidFill>
                  <a:srgbClr val="000000"/>
                </a:solidFill>
                <a:effectLst/>
              </a:rPr>
              <a:t>Dvě kamery, přechod mezi nimi a jednoduché UI</a:t>
            </a:r>
          </a:p>
          <a:p>
            <a:pPr algn="l">
              <a:buFontTx/>
              <a:buChar char="-"/>
            </a:pPr>
            <a:r>
              <a:rPr lang="cs-CZ" sz="1800" dirty="0">
                <a:solidFill>
                  <a:srgbClr val="000000"/>
                </a:solidFill>
              </a:rPr>
              <a:t>Pohyb s animacemi</a:t>
            </a:r>
          </a:p>
          <a:p>
            <a:pPr algn="l">
              <a:buFontTx/>
              <a:buChar char="-"/>
            </a:pPr>
            <a:r>
              <a:rPr lang="cs-CZ" sz="1800" dirty="0">
                <a:solidFill>
                  <a:srgbClr val="000000"/>
                </a:solidFill>
              </a:rPr>
              <a:t>Checkpointy padající z nebe</a:t>
            </a:r>
          </a:p>
          <a:p>
            <a:pPr algn="l">
              <a:buFontTx/>
              <a:buChar char="-"/>
            </a:pPr>
            <a:r>
              <a:rPr lang="cs-CZ" sz="1800" dirty="0">
                <a:solidFill>
                  <a:srgbClr val="000000"/>
                </a:solidFill>
              </a:rPr>
              <a:t>Manuální i nemanuální </a:t>
            </a:r>
            <a:r>
              <a:rPr lang="cs-CZ" sz="1800" dirty="0" err="1">
                <a:solidFill>
                  <a:srgbClr val="000000"/>
                </a:solidFill>
              </a:rPr>
              <a:t>Ragdoll</a:t>
            </a:r>
            <a:endParaRPr lang="cs-CZ" sz="1800" dirty="0">
              <a:solidFill>
                <a:srgbClr val="000000"/>
              </a:solidFill>
            </a:endParaRPr>
          </a:p>
          <a:p>
            <a:pPr algn="l">
              <a:buFontTx/>
              <a:buChar char="-"/>
            </a:pPr>
            <a:r>
              <a:rPr lang="cs-CZ" sz="1800" dirty="0">
                <a:solidFill>
                  <a:srgbClr val="000000"/>
                </a:solidFill>
              </a:rPr>
              <a:t>Hod objektem</a:t>
            </a:r>
          </a:p>
          <a:p>
            <a:pPr algn="l">
              <a:buFontTx/>
              <a:buChar char="-"/>
            </a:pPr>
            <a:r>
              <a:rPr lang="cs-CZ" sz="1800" dirty="0">
                <a:solidFill>
                  <a:srgbClr val="000000"/>
                </a:solidFill>
              </a:rPr>
              <a:t>Tři druhy lektvarů</a:t>
            </a:r>
          </a:p>
          <a:p>
            <a:pPr algn="l">
              <a:buFontTx/>
              <a:buChar char="-"/>
            </a:pPr>
            <a:endParaRPr lang="cs-CZ" sz="1800" dirty="0">
              <a:solidFill>
                <a:srgbClr val="000000"/>
              </a:solidFill>
            </a:endParaRPr>
          </a:p>
          <a:p>
            <a:pPr algn="l">
              <a:buFontTx/>
              <a:buChar char="-"/>
            </a:pPr>
            <a:endParaRPr lang="cs-CZ" sz="1800" b="0" i="0" dirty="0">
              <a:solidFill>
                <a:srgbClr val="000000"/>
              </a:solidFill>
              <a:effectLst/>
            </a:endParaRPr>
          </a:p>
          <a:p>
            <a:endParaRPr lang="cs-CZ" dirty="0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E71E7E33-BDFC-3E9E-66AF-5BE48834CE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s-CZ" sz="2000"/>
              <a:t>Nesplněno</a:t>
            </a:r>
            <a:endParaRPr lang="cs-CZ" sz="2000" dirty="0"/>
          </a:p>
        </p:txBody>
      </p:sp>
      <p:sp>
        <p:nvSpPr>
          <p:cNvPr id="12" name="Zástupný obsah 11">
            <a:extLst>
              <a:ext uri="{FF2B5EF4-FFF2-40B4-BE49-F238E27FC236}">
                <a16:creationId xmlns:a16="http://schemas.microsoft.com/office/drawing/2014/main" id="{27565A44-EE76-94BE-D46B-C25A7C312D0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cs-CZ" sz="1800" dirty="0"/>
              <a:t>Textury – Objekty pro hod, pasti, …</a:t>
            </a:r>
          </a:p>
          <a:p>
            <a:pPr>
              <a:buFontTx/>
              <a:buChar char="-"/>
            </a:pPr>
            <a:r>
              <a:rPr lang="cs-CZ" sz="1800" dirty="0"/>
              <a:t>Pouze jedna mapa (nedodělaná) ze tří - bez NAV </a:t>
            </a:r>
            <a:r>
              <a:rPr lang="cs-CZ" sz="1800" dirty="0" err="1"/>
              <a:t>meshe</a:t>
            </a:r>
            <a:endParaRPr lang="cs-CZ" sz="1800" dirty="0"/>
          </a:p>
          <a:p>
            <a:pPr>
              <a:buFontTx/>
              <a:buChar char="-"/>
            </a:pPr>
            <a:r>
              <a:rPr lang="cs-CZ" sz="1800" dirty="0"/>
              <a:t>Posuvné, odrážející platformy nebo pasti</a:t>
            </a:r>
          </a:p>
          <a:p>
            <a:pPr>
              <a:buFontTx/>
              <a:buChar char="-"/>
            </a:pPr>
            <a:r>
              <a:rPr lang="cs-CZ" sz="1800" dirty="0"/>
              <a:t>Zvuky</a:t>
            </a:r>
            <a:endParaRPr lang="cs-CZ" sz="1400" dirty="0"/>
          </a:p>
          <a:p>
            <a:pPr>
              <a:buFontTx/>
              <a:buChar char="-"/>
            </a:pPr>
            <a:endParaRPr lang="cs-CZ" sz="1800" dirty="0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F6EC8441-0A4D-D127-3E55-7A47E3FE9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1DD93-7C9D-4E53-81F0-DDE57FEA7EDB}" type="datetime1">
              <a:rPr lang="en-US" smtClean="0"/>
              <a:t>1/24/2025</a:t>
            </a:fld>
            <a:endParaRPr lang="en-US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D147067D-D418-AEB5-72AC-B318EC688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854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dpis 9">
            <a:extLst>
              <a:ext uri="{FF2B5EF4-FFF2-40B4-BE49-F238E27FC236}">
                <a16:creationId xmlns:a16="http://schemas.microsoft.com/office/drawing/2014/main" id="{81E4FB8E-6DAE-4D25-D927-B12F7D43C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5815" y="319088"/>
            <a:ext cx="6260370" cy="1067377"/>
          </a:xfrm>
        </p:spPr>
        <p:txBody>
          <a:bodyPr anchor="t">
            <a:normAutofit/>
          </a:bodyPr>
          <a:lstStyle/>
          <a:p>
            <a:r>
              <a:rPr lang="cs-CZ" sz="6000" dirty="0">
                <a:latin typeface="+mn-lt"/>
              </a:rPr>
              <a:t>Prostor pro otázky</a:t>
            </a:r>
          </a:p>
        </p:txBody>
      </p:sp>
      <p:pic>
        <p:nvPicPr>
          <p:cNvPr id="1026" name="Picture 2" descr="The history/origin of the question mark - Where did it come from?">
            <a:extLst>
              <a:ext uri="{FF2B5EF4-FFF2-40B4-BE49-F238E27FC236}">
                <a16:creationId xmlns:a16="http://schemas.microsoft.com/office/drawing/2014/main" id="{772E44EE-89FE-F66C-645B-3742DC923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2272" y="1525298"/>
            <a:ext cx="4587456" cy="5013614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59258533-5F86-D121-B4AA-3F1BB20901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7824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F88DB08-3B01-46DD-99F2-F6F6334EA669}" type="datetime1">
              <a:rPr lang="en-US" smtClean="0"/>
              <a:pPr>
                <a:spcAft>
                  <a:spcPts val="600"/>
                </a:spcAft>
              </a:pPr>
              <a:t>1/24/2025</a:t>
            </a:fld>
            <a:endParaRPr lang="en-US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0505FCA3-89B4-6DAC-D744-90C04440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9999" y="6356350"/>
            <a:ext cx="521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8AC1EC-23E2-4F0E-A5A4-674EC8DB954E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21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dpis 9">
            <a:extLst>
              <a:ext uri="{FF2B5EF4-FFF2-40B4-BE49-F238E27FC236}">
                <a16:creationId xmlns:a16="http://schemas.microsoft.com/office/drawing/2014/main" id="{81E4FB8E-6DAE-4D25-D927-B12F7D43CE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64715"/>
            <a:ext cx="9144000" cy="1407477"/>
          </a:xfrm>
        </p:spPr>
        <p:txBody>
          <a:bodyPr>
            <a:normAutofit/>
          </a:bodyPr>
          <a:lstStyle/>
          <a:p>
            <a:r>
              <a:rPr lang="cs-CZ" sz="6000" dirty="0">
                <a:latin typeface="+mn-lt"/>
              </a:rPr>
              <a:t>Díky za pozornost!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59258533-5F86-D121-B4AA-3F1BB2090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8DB08-3B01-46DD-99F2-F6F6334EA669}" type="datetime1">
              <a:rPr lang="en-US" smtClean="0"/>
              <a:t>1/24/2025</a:t>
            </a:fld>
            <a:endParaRPr lang="en-US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0505FCA3-89B4-6DAC-D744-90C04440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AC1EC-23E2-4F0E-A5A4-674EC8DB954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863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174</Words>
  <Application>Microsoft Office PowerPoint</Application>
  <PresentationFormat>Širokoúhlá obrazovka</PresentationFormat>
  <Paragraphs>59</Paragraphs>
  <Slides>9</Slides>
  <Notes>1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9</vt:i4>
      </vt:variant>
    </vt:vector>
  </HeadingPairs>
  <TitlesOfParts>
    <vt:vector size="14" baseType="lpstr">
      <vt:lpstr>DengXian</vt:lpstr>
      <vt:lpstr>Aptos</vt:lpstr>
      <vt:lpstr>Aptos Display</vt:lpstr>
      <vt:lpstr>Arial</vt:lpstr>
      <vt:lpstr>Motiv Office</vt:lpstr>
      <vt:lpstr>CtrlAltDelete</vt:lpstr>
      <vt:lpstr>Obsah</vt:lpstr>
      <vt:lpstr>Proč jsem si vybral hru v tomto žánru?</vt:lpstr>
      <vt:lpstr>Technologie</vt:lpstr>
      <vt:lpstr>Inspirace – AltF4</vt:lpstr>
      <vt:lpstr>Ukázka</vt:lpstr>
      <vt:lpstr>Cíle</vt:lpstr>
      <vt:lpstr>Prostor pro otázky</vt:lpstr>
      <vt:lpstr>Díky za pozornost!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Zdeněk Vostrovský (4ITC)</dc:creator>
  <cp:lastModifiedBy>Zdeněk Vostrovský (4ITC)</cp:lastModifiedBy>
  <cp:revision>5</cp:revision>
  <dcterms:created xsi:type="dcterms:W3CDTF">2025-01-23T21:17:31Z</dcterms:created>
  <dcterms:modified xsi:type="dcterms:W3CDTF">2025-01-24T08:08:00Z</dcterms:modified>
</cp:coreProperties>
</file>